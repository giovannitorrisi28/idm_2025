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7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9" r:id="rId8"/>
    <p:sldId id="273" r:id="rId9"/>
    <p:sldId id="274" r:id="rId10"/>
    <p:sldId id="278" r:id="rId11"/>
    <p:sldId id="277" r:id="rId12"/>
    <p:sldId id="275" r:id="rId13"/>
    <p:sldId id="276" r:id="rId14"/>
    <p:sldId id="28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17A1B0-FAA5-42E7-8E72-584E70F33809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20F55E6-EC8D-457D-AED8-E4FAEBBBF4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Ridurre</a:t>
          </a:r>
          <a:r>
            <a:rPr lang="en-US" dirty="0"/>
            <a:t> la </a:t>
          </a:r>
          <a:r>
            <a:rPr lang="en-US" dirty="0" err="1"/>
            <a:t>dipendenza</a:t>
          </a:r>
          <a:r>
            <a:rPr lang="en-US" dirty="0"/>
            <a:t> da </a:t>
          </a:r>
          <a:r>
            <a:rPr lang="en-US" dirty="0" err="1"/>
            <a:t>competenze</a:t>
          </a:r>
          <a:r>
            <a:rPr lang="en-US" dirty="0"/>
            <a:t> </a:t>
          </a:r>
          <a:r>
            <a:rPr lang="en-US" dirty="0" err="1"/>
            <a:t>tecniche</a:t>
          </a:r>
          <a:r>
            <a:rPr lang="en-US" dirty="0"/>
            <a:t> </a:t>
          </a:r>
          <a:r>
            <a:rPr lang="en-US" dirty="0" err="1"/>
            <a:t>avanzate</a:t>
          </a:r>
          <a:r>
            <a:rPr lang="en-US" dirty="0"/>
            <a:t> per </a:t>
          </a:r>
          <a:r>
            <a:rPr lang="en-US" dirty="0" err="1"/>
            <a:t>l’analisi</a:t>
          </a:r>
          <a:r>
            <a:rPr lang="en-US" dirty="0"/>
            <a:t> </a:t>
          </a:r>
          <a:r>
            <a:rPr lang="en-US" dirty="0" err="1"/>
            <a:t>dei</a:t>
          </a:r>
          <a:r>
            <a:rPr lang="en-US" dirty="0"/>
            <a:t> </a:t>
          </a:r>
          <a:r>
            <a:rPr lang="en-US" dirty="0" err="1"/>
            <a:t>dati</a:t>
          </a:r>
          <a:r>
            <a:rPr lang="en-US" dirty="0"/>
            <a:t>.</a:t>
          </a:r>
        </a:p>
      </dgm:t>
    </dgm:pt>
    <dgm:pt modelId="{7C5FADAF-59C3-4681-A0EB-4ABF5C73328A}" type="parTrans" cxnId="{364BAF9E-505E-4316-A080-3F6C968C0DD2}">
      <dgm:prSet/>
      <dgm:spPr/>
      <dgm:t>
        <a:bodyPr/>
        <a:lstStyle/>
        <a:p>
          <a:endParaRPr lang="en-US"/>
        </a:p>
      </dgm:t>
    </dgm:pt>
    <dgm:pt modelId="{8239E3CE-A50C-4E58-A2E3-DD2BCC4BF8C1}" type="sibTrans" cxnId="{364BAF9E-505E-4316-A080-3F6C968C0DD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F0114E6-E0C3-4617-9D0E-544C2344DA97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Progettare una pipeline basta su modelli LLM.</a:t>
          </a:r>
        </a:p>
      </dgm:t>
    </dgm:pt>
    <dgm:pt modelId="{0CA7A40E-AF12-4D7E-A1EB-960EC16C7B2C}" type="parTrans" cxnId="{3D88A108-7B69-48E3-BEE7-9D2A528EE69C}">
      <dgm:prSet/>
      <dgm:spPr/>
      <dgm:t>
        <a:bodyPr/>
        <a:lstStyle/>
        <a:p>
          <a:endParaRPr lang="it-IT"/>
        </a:p>
      </dgm:t>
    </dgm:pt>
    <dgm:pt modelId="{7C6E082E-8AC5-4482-B4CB-C1C0EFEA65F2}" type="sibTrans" cxnId="{3D88A108-7B69-48E3-BEE7-9D2A528EE69C}">
      <dgm:prSet/>
      <dgm:spPr/>
      <dgm:t>
        <a:bodyPr/>
        <a:lstStyle/>
        <a:p>
          <a:pPr>
            <a:lnSpc>
              <a:spcPct val="100000"/>
            </a:lnSpc>
          </a:pPr>
          <a:endParaRPr lang="it-IT"/>
        </a:p>
      </dgm:t>
    </dgm:pt>
    <dgm:pt modelId="{BEF42192-9A45-45C4-A980-A50F424F105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 Traduzione di linguaggio naturale in query SQL eseguibile.</a:t>
          </a:r>
          <a:endParaRPr lang="en-US" dirty="0"/>
        </a:p>
      </dgm:t>
    </dgm:pt>
    <dgm:pt modelId="{B017161A-4168-4AF3-9315-993ECE545124}" type="parTrans" cxnId="{50B95C7B-4763-48C7-90AA-5680F16A8521}">
      <dgm:prSet/>
      <dgm:spPr/>
      <dgm:t>
        <a:bodyPr/>
        <a:lstStyle/>
        <a:p>
          <a:endParaRPr lang="it-IT"/>
        </a:p>
      </dgm:t>
    </dgm:pt>
    <dgm:pt modelId="{63540F72-009C-4FF0-8F84-C5DE4E2A7BF9}" type="sibTrans" cxnId="{50B95C7B-4763-48C7-90AA-5680F16A8521}">
      <dgm:prSet/>
      <dgm:spPr/>
      <dgm:t>
        <a:bodyPr/>
        <a:lstStyle/>
        <a:p>
          <a:pPr>
            <a:lnSpc>
              <a:spcPct val="100000"/>
            </a:lnSpc>
          </a:pPr>
          <a:endParaRPr lang="it-IT"/>
        </a:p>
      </dgm:t>
    </dgm:pt>
    <dgm:pt modelId="{70FA4DEE-E94B-411E-ADE5-5036EB0A882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Progettare un sistema modulare e estendibile.</a:t>
          </a:r>
          <a:endParaRPr lang="it-IT" dirty="0"/>
        </a:p>
      </dgm:t>
    </dgm:pt>
    <dgm:pt modelId="{2F0FBA42-A425-408B-989A-A04400AD964B}" type="parTrans" cxnId="{00054631-8028-4F37-B23B-FED609F7D9E5}">
      <dgm:prSet/>
      <dgm:spPr/>
      <dgm:t>
        <a:bodyPr/>
        <a:lstStyle/>
        <a:p>
          <a:endParaRPr lang="it-IT"/>
        </a:p>
      </dgm:t>
    </dgm:pt>
    <dgm:pt modelId="{40C276D6-8347-4598-9F1F-DB968B74E912}" type="sibTrans" cxnId="{00054631-8028-4F37-B23B-FED609F7D9E5}">
      <dgm:prSet/>
      <dgm:spPr/>
      <dgm:t>
        <a:bodyPr/>
        <a:lstStyle/>
        <a:p>
          <a:endParaRPr lang="it-IT"/>
        </a:p>
      </dgm:t>
    </dgm:pt>
    <dgm:pt modelId="{63911B61-9A14-47EB-A431-BA1898F76CC9}" type="pres">
      <dgm:prSet presAssocID="{7317A1B0-FAA5-42E7-8E72-584E70F33809}" presName="vert0" presStyleCnt="0">
        <dgm:presLayoutVars>
          <dgm:dir/>
          <dgm:animOne val="branch"/>
          <dgm:animLvl val="lvl"/>
        </dgm:presLayoutVars>
      </dgm:prSet>
      <dgm:spPr/>
    </dgm:pt>
    <dgm:pt modelId="{8E4B056C-5733-457D-BCAF-AC00A67EE793}" type="pres">
      <dgm:prSet presAssocID="{120F55E6-EC8D-457D-AED8-E4FAEBBBF4AD}" presName="thickLine" presStyleLbl="alignNode1" presStyleIdx="0" presStyleCnt="4"/>
      <dgm:spPr/>
    </dgm:pt>
    <dgm:pt modelId="{9025F844-DBC8-49C3-AE4E-67CB55888B4C}" type="pres">
      <dgm:prSet presAssocID="{120F55E6-EC8D-457D-AED8-E4FAEBBBF4AD}" presName="horz1" presStyleCnt="0"/>
      <dgm:spPr/>
    </dgm:pt>
    <dgm:pt modelId="{06A0672E-54DC-4C48-BE25-56B2D75789B5}" type="pres">
      <dgm:prSet presAssocID="{120F55E6-EC8D-457D-AED8-E4FAEBBBF4AD}" presName="tx1" presStyleLbl="revTx" presStyleIdx="0" presStyleCnt="4"/>
      <dgm:spPr/>
    </dgm:pt>
    <dgm:pt modelId="{98B1E699-35E8-4E96-9E4F-E29AE44C6463}" type="pres">
      <dgm:prSet presAssocID="{120F55E6-EC8D-457D-AED8-E4FAEBBBF4AD}" presName="vert1" presStyleCnt="0"/>
      <dgm:spPr/>
    </dgm:pt>
    <dgm:pt modelId="{C60A37B3-31E0-4ABD-B8D0-6F0FB8064983}" type="pres">
      <dgm:prSet presAssocID="{BEF42192-9A45-45C4-A980-A50F424F1053}" presName="thickLine" presStyleLbl="alignNode1" presStyleIdx="1" presStyleCnt="4"/>
      <dgm:spPr/>
    </dgm:pt>
    <dgm:pt modelId="{E0C7B612-A9B0-4667-863E-301FD6709961}" type="pres">
      <dgm:prSet presAssocID="{BEF42192-9A45-45C4-A980-A50F424F1053}" presName="horz1" presStyleCnt="0"/>
      <dgm:spPr/>
    </dgm:pt>
    <dgm:pt modelId="{43C630E4-2BB1-4143-BFDA-C53AF444F350}" type="pres">
      <dgm:prSet presAssocID="{BEF42192-9A45-45C4-A980-A50F424F1053}" presName="tx1" presStyleLbl="revTx" presStyleIdx="1" presStyleCnt="4"/>
      <dgm:spPr/>
    </dgm:pt>
    <dgm:pt modelId="{911BB58A-77D0-416F-B89F-3FEE831E4905}" type="pres">
      <dgm:prSet presAssocID="{BEF42192-9A45-45C4-A980-A50F424F1053}" presName="vert1" presStyleCnt="0"/>
      <dgm:spPr/>
    </dgm:pt>
    <dgm:pt modelId="{D7BE8633-D517-4AFE-A7FB-3458FD868256}" type="pres">
      <dgm:prSet presAssocID="{CF0114E6-E0C3-4617-9D0E-544C2344DA97}" presName="thickLine" presStyleLbl="alignNode1" presStyleIdx="2" presStyleCnt="4"/>
      <dgm:spPr/>
    </dgm:pt>
    <dgm:pt modelId="{6B6B3D79-A7FA-44BA-A677-17FD331ED703}" type="pres">
      <dgm:prSet presAssocID="{CF0114E6-E0C3-4617-9D0E-544C2344DA97}" presName="horz1" presStyleCnt="0"/>
      <dgm:spPr/>
    </dgm:pt>
    <dgm:pt modelId="{79DD7F13-665C-43AE-81E1-9462992E1B20}" type="pres">
      <dgm:prSet presAssocID="{CF0114E6-E0C3-4617-9D0E-544C2344DA97}" presName="tx1" presStyleLbl="revTx" presStyleIdx="2" presStyleCnt="4"/>
      <dgm:spPr/>
    </dgm:pt>
    <dgm:pt modelId="{A45CCF05-3E19-4A3B-A1A7-96F6D3074BCD}" type="pres">
      <dgm:prSet presAssocID="{CF0114E6-E0C3-4617-9D0E-544C2344DA97}" presName="vert1" presStyleCnt="0"/>
      <dgm:spPr/>
    </dgm:pt>
    <dgm:pt modelId="{054B6DFA-C57F-425E-A685-C8F199A833F7}" type="pres">
      <dgm:prSet presAssocID="{70FA4DEE-E94B-411E-ADE5-5036EB0A8823}" presName="thickLine" presStyleLbl="alignNode1" presStyleIdx="3" presStyleCnt="4"/>
      <dgm:spPr/>
    </dgm:pt>
    <dgm:pt modelId="{423CF788-1150-4955-B7C8-B9760833C9A5}" type="pres">
      <dgm:prSet presAssocID="{70FA4DEE-E94B-411E-ADE5-5036EB0A8823}" presName="horz1" presStyleCnt="0"/>
      <dgm:spPr/>
    </dgm:pt>
    <dgm:pt modelId="{078E9A6A-74EB-4249-A81D-2A0F3523E41A}" type="pres">
      <dgm:prSet presAssocID="{70FA4DEE-E94B-411E-ADE5-5036EB0A8823}" presName="tx1" presStyleLbl="revTx" presStyleIdx="3" presStyleCnt="4"/>
      <dgm:spPr/>
    </dgm:pt>
    <dgm:pt modelId="{B48243AF-A631-41F4-B8F8-B74FB3587FEF}" type="pres">
      <dgm:prSet presAssocID="{70FA4DEE-E94B-411E-ADE5-5036EB0A8823}" presName="vert1" presStyleCnt="0"/>
      <dgm:spPr/>
    </dgm:pt>
  </dgm:ptLst>
  <dgm:cxnLst>
    <dgm:cxn modelId="{3D88A108-7B69-48E3-BEE7-9D2A528EE69C}" srcId="{7317A1B0-FAA5-42E7-8E72-584E70F33809}" destId="{CF0114E6-E0C3-4617-9D0E-544C2344DA97}" srcOrd="2" destOrd="0" parTransId="{0CA7A40E-AF12-4D7E-A1EB-960EC16C7B2C}" sibTransId="{7C6E082E-8AC5-4482-B4CB-C1C0EFEA65F2}"/>
    <dgm:cxn modelId="{00054631-8028-4F37-B23B-FED609F7D9E5}" srcId="{7317A1B0-FAA5-42E7-8E72-584E70F33809}" destId="{70FA4DEE-E94B-411E-ADE5-5036EB0A8823}" srcOrd="3" destOrd="0" parTransId="{2F0FBA42-A425-408B-989A-A04400AD964B}" sibTransId="{40C276D6-8347-4598-9F1F-DB968B74E912}"/>
    <dgm:cxn modelId="{8A68903C-F129-4D4F-956B-3EFB5523B7E3}" type="presOf" srcId="{7317A1B0-FAA5-42E7-8E72-584E70F33809}" destId="{63911B61-9A14-47EB-A431-BA1898F76CC9}" srcOrd="0" destOrd="0" presId="urn:microsoft.com/office/officeart/2008/layout/LinedList"/>
    <dgm:cxn modelId="{5F04D141-FE4A-4502-AD41-EF53D5AC7F5B}" type="presOf" srcId="{70FA4DEE-E94B-411E-ADE5-5036EB0A8823}" destId="{078E9A6A-74EB-4249-A81D-2A0F3523E41A}" srcOrd="0" destOrd="0" presId="urn:microsoft.com/office/officeart/2008/layout/LinedList"/>
    <dgm:cxn modelId="{D6AAEA49-0A46-40F1-9F5B-E5900B6C314A}" type="presOf" srcId="{120F55E6-EC8D-457D-AED8-E4FAEBBBF4AD}" destId="{06A0672E-54DC-4C48-BE25-56B2D75789B5}" srcOrd="0" destOrd="0" presId="urn:microsoft.com/office/officeart/2008/layout/LinedList"/>
    <dgm:cxn modelId="{738D3B4D-B6C0-4BC0-AF99-C429928C8498}" type="presOf" srcId="{BEF42192-9A45-45C4-A980-A50F424F1053}" destId="{43C630E4-2BB1-4143-BFDA-C53AF444F350}" srcOrd="0" destOrd="0" presId="urn:microsoft.com/office/officeart/2008/layout/LinedList"/>
    <dgm:cxn modelId="{50B95C7B-4763-48C7-90AA-5680F16A8521}" srcId="{7317A1B0-FAA5-42E7-8E72-584E70F33809}" destId="{BEF42192-9A45-45C4-A980-A50F424F1053}" srcOrd="1" destOrd="0" parTransId="{B017161A-4168-4AF3-9315-993ECE545124}" sibTransId="{63540F72-009C-4FF0-8F84-C5DE4E2A7BF9}"/>
    <dgm:cxn modelId="{7CD5A890-8DD0-4371-B544-7BC49ED75233}" type="presOf" srcId="{CF0114E6-E0C3-4617-9D0E-544C2344DA97}" destId="{79DD7F13-665C-43AE-81E1-9462992E1B20}" srcOrd="0" destOrd="0" presId="urn:microsoft.com/office/officeart/2008/layout/LinedList"/>
    <dgm:cxn modelId="{364BAF9E-505E-4316-A080-3F6C968C0DD2}" srcId="{7317A1B0-FAA5-42E7-8E72-584E70F33809}" destId="{120F55E6-EC8D-457D-AED8-E4FAEBBBF4AD}" srcOrd="0" destOrd="0" parTransId="{7C5FADAF-59C3-4681-A0EB-4ABF5C73328A}" sibTransId="{8239E3CE-A50C-4E58-A2E3-DD2BCC4BF8C1}"/>
    <dgm:cxn modelId="{53E8C214-77CC-4E14-AAB8-C3BD926F0B4C}" type="presParOf" srcId="{63911B61-9A14-47EB-A431-BA1898F76CC9}" destId="{8E4B056C-5733-457D-BCAF-AC00A67EE793}" srcOrd="0" destOrd="0" presId="urn:microsoft.com/office/officeart/2008/layout/LinedList"/>
    <dgm:cxn modelId="{B7CA76C0-C211-4007-BBF5-4168064CB85D}" type="presParOf" srcId="{63911B61-9A14-47EB-A431-BA1898F76CC9}" destId="{9025F844-DBC8-49C3-AE4E-67CB55888B4C}" srcOrd="1" destOrd="0" presId="urn:microsoft.com/office/officeart/2008/layout/LinedList"/>
    <dgm:cxn modelId="{95A58F91-E285-40CB-9486-F765A970C3BA}" type="presParOf" srcId="{9025F844-DBC8-49C3-AE4E-67CB55888B4C}" destId="{06A0672E-54DC-4C48-BE25-56B2D75789B5}" srcOrd="0" destOrd="0" presId="urn:microsoft.com/office/officeart/2008/layout/LinedList"/>
    <dgm:cxn modelId="{CDE3DF10-A282-483F-8271-C6DCE02F4A48}" type="presParOf" srcId="{9025F844-DBC8-49C3-AE4E-67CB55888B4C}" destId="{98B1E699-35E8-4E96-9E4F-E29AE44C6463}" srcOrd="1" destOrd="0" presId="urn:microsoft.com/office/officeart/2008/layout/LinedList"/>
    <dgm:cxn modelId="{167EBC37-02A9-4F6C-A78A-8A1CBD836961}" type="presParOf" srcId="{63911B61-9A14-47EB-A431-BA1898F76CC9}" destId="{C60A37B3-31E0-4ABD-B8D0-6F0FB8064983}" srcOrd="2" destOrd="0" presId="urn:microsoft.com/office/officeart/2008/layout/LinedList"/>
    <dgm:cxn modelId="{8DB8D2B1-365B-4142-960F-521943C55863}" type="presParOf" srcId="{63911B61-9A14-47EB-A431-BA1898F76CC9}" destId="{E0C7B612-A9B0-4667-863E-301FD6709961}" srcOrd="3" destOrd="0" presId="urn:microsoft.com/office/officeart/2008/layout/LinedList"/>
    <dgm:cxn modelId="{39366780-30B0-4272-9E80-83DF4ED4C7A9}" type="presParOf" srcId="{E0C7B612-A9B0-4667-863E-301FD6709961}" destId="{43C630E4-2BB1-4143-BFDA-C53AF444F350}" srcOrd="0" destOrd="0" presId="urn:microsoft.com/office/officeart/2008/layout/LinedList"/>
    <dgm:cxn modelId="{349F9973-8D21-41F2-80E3-73B184D28DF8}" type="presParOf" srcId="{E0C7B612-A9B0-4667-863E-301FD6709961}" destId="{911BB58A-77D0-416F-B89F-3FEE831E4905}" srcOrd="1" destOrd="0" presId="urn:microsoft.com/office/officeart/2008/layout/LinedList"/>
    <dgm:cxn modelId="{950B0FD9-2ADA-41D0-A588-2B30BDEF9A4D}" type="presParOf" srcId="{63911B61-9A14-47EB-A431-BA1898F76CC9}" destId="{D7BE8633-D517-4AFE-A7FB-3458FD868256}" srcOrd="4" destOrd="0" presId="urn:microsoft.com/office/officeart/2008/layout/LinedList"/>
    <dgm:cxn modelId="{65E50FFE-0978-47F3-9A86-0808B404CEF1}" type="presParOf" srcId="{63911B61-9A14-47EB-A431-BA1898F76CC9}" destId="{6B6B3D79-A7FA-44BA-A677-17FD331ED703}" srcOrd="5" destOrd="0" presId="urn:microsoft.com/office/officeart/2008/layout/LinedList"/>
    <dgm:cxn modelId="{13EC6801-27F3-4D97-8FC7-016136C4ED8E}" type="presParOf" srcId="{6B6B3D79-A7FA-44BA-A677-17FD331ED703}" destId="{79DD7F13-665C-43AE-81E1-9462992E1B20}" srcOrd="0" destOrd="0" presId="urn:microsoft.com/office/officeart/2008/layout/LinedList"/>
    <dgm:cxn modelId="{CA9D3A53-25E2-448A-BEFA-5E258E1C83BB}" type="presParOf" srcId="{6B6B3D79-A7FA-44BA-A677-17FD331ED703}" destId="{A45CCF05-3E19-4A3B-A1A7-96F6D3074BCD}" srcOrd="1" destOrd="0" presId="urn:microsoft.com/office/officeart/2008/layout/LinedList"/>
    <dgm:cxn modelId="{43297093-2511-4772-9E43-7E082462ECB1}" type="presParOf" srcId="{63911B61-9A14-47EB-A431-BA1898F76CC9}" destId="{054B6DFA-C57F-425E-A685-C8F199A833F7}" srcOrd="6" destOrd="0" presId="urn:microsoft.com/office/officeart/2008/layout/LinedList"/>
    <dgm:cxn modelId="{1FEA795D-E253-4C9D-A774-094FA5C6DE15}" type="presParOf" srcId="{63911B61-9A14-47EB-A431-BA1898F76CC9}" destId="{423CF788-1150-4955-B7C8-B9760833C9A5}" srcOrd="7" destOrd="0" presId="urn:microsoft.com/office/officeart/2008/layout/LinedList"/>
    <dgm:cxn modelId="{DDC071D6-E8D9-4DD2-BCB2-450F8E0DE92E}" type="presParOf" srcId="{423CF788-1150-4955-B7C8-B9760833C9A5}" destId="{078E9A6A-74EB-4249-A81D-2A0F3523E41A}" srcOrd="0" destOrd="0" presId="urn:microsoft.com/office/officeart/2008/layout/LinedList"/>
    <dgm:cxn modelId="{33247AFA-F635-45B9-982B-5ED0247C9B10}" type="presParOf" srcId="{423CF788-1150-4955-B7C8-B9760833C9A5}" destId="{B48243AF-A631-41F4-B8F8-B74FB3587FE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930B57-08DD-42C8-A328-6D78CC644859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9CAC411-A0E0-44F0-85E2-95828A224AC3}">
      <dgm:prSet/>
      <dgm:spPr/>
      <dgm:t>
        <a:bodyPr/>
        <a:lstStyle/>
        <a:p>
          <a:r>
            <a:rPr lang="it-IT" dirty="0"/>
            <a:t>Richieste testuali degli utenti ambigue o fuori contesto.</a:t>
          </a:r>
        </a:p>
      </dgm:t>
    </dgm:pt>
    <dgm:pt modelId="{5FC37086-3423-4765-9FAF-FF3E2F59431B}" type="parTrans" cxnId="{EB8913C0-9B4E-4563-B7E7-24DFDDDE4984}">
      <dgm:prSet/>
      <dgm:spPr/>
      <dgm:t>
        <a:bodyPr/>
        <a:lstStyle/>
        <a:p>
          <a:endParaRPr lang="it-IT"/>
        </a:p>
      </dgm:t>
    </dgm:pt>
    <dgm:pt modelId="{1B1327BF-2E3D-47AA-B58A-6192DA047007}" type="sibTrans" cxnId="{EB8913C0-9B4E-4563-B7E7-24DFDDDE4984}">
      <dgm:prSet phldrT="1"/>
      <dgm:spPr/>
      <dgm:t>
        <a:bodyPr/>
        <a:lstStyle/>
        <a:p>
          <a:r>
            <a:rPr lang="it-IT"/>
            <a:t>1</a:t>
          </a:r>
        </a:p>
      </dgm:t>
    </dgm:pt>
    <dgm:pt modelId="{9C4EBCBD-498A-47C1-AE00-3333D11053F5}">
      <dgm:prSet/>
      <dgm:spPr/>
      <dgm:t>
        <a:bodyPr/>
        <a:lstStyle/>
        <a:p>
          <a:r>
            <a:rPr lang="it-IT" dirty="0"/>
            <a:t>Generare query SQL coerenti con lo schema e il significato dei dati.</a:t>
          </a:r>
        </a:p>
      </dgm:t>
    </dgm:pt>
    <dgm:pt modelId="{D2517A20-24DD-4B73-B297-02CB6BC212AE}" type="parTrans" cxnId="{CD17FE4C-47BA-437C-ABB6-82F348760CBF}">
      <dgm:prSet/>
      <dgm:spPr/>
      <dgm:t>
        <a:bodyPr/>
        <a:lstStyle/>
        <a:p>
          <a:endParaRPr lang="it-IT"/>
        </a:p>
      </dgm:t>
    </dgm:pt>
    <dgm:pt modelId="{370096DE-8961-42EB-A379-7541EE17234F}" type="sibTrans" cxnId="{CD17FE4C-47BA-437C-ABB6-82F348760CBF}">
      <dgm:prSet phldrT="2"/>
      <dgm:spPr/>
      <dgm:t>
        <a:bodyPr/>
        <a:lstStyle/>
        <a:p>
          <a:r>
            <a:rPr lang="it-IT"/>
            <a:t>2</a:t>
          </a:r>
        </a:p>
      </dgm:t>
    </dgm:pt>
    <dgm:pt modelId="{B57B4788-8BEE-4F59-9DAE-2DEF4C71F567}">
      <dgm:prSet/>
      <dgm:spPr/>
      <dgm:t>
        <a:bodyPr/>
        <a:lstStyle/>
        <a:p>
          <a:r>
            <a:rPr lang="it-IT"/>
            <a:t>Validare ed eseguire automaticamente le query generate.</a:t>
          </a:r>
          <a:endParaRPr lang="it-IT" dirty="0"/>
        </a:p>
      </dgm:t>
    </dgm:pt>
    <dgm:pt modelId="{A818A0A0-312C-413C-9400-958D172A2C91}" type="parTrans" cxnId="{ECE1E248-778C-4794-A125-BEBBDCB1C450}">
      <dgm:prSet/>
      <dgm:spPr/>
      <dgm:t>
        <a:bodyPr/>
        <a:lstStyle/>
        <a:p>
          <a:endParaRPr lang="it-IT"/>
        </a:p>
      </dgm:t>
    </dgm:pt>
    <dgm:pt modelId="{19E90DD2-7D06-41DE-86C8-C888BAC46DB0}" type="sibTrans" cxnId="{ECE1E248-778C-4794-A125-BEBBDCB1C450}">
      <dgm:prSet phldrT="3"/>
      <dgm:spPr/>
      <dgm:t>
        <a:bodyPr/>
        <a:lstStyle/>
        <a:p>
          <a:r>
            <a:rPr lang="it-IT"/>
            <a:t>3</a:t>
          </a:r>
        </a:p>
      </dgm:t>
    </dgm:pt>
    <dgm:pt modelId="{82ABE51F-5667-4896-801A-56C73560BB44}">
      <dgm:prSet/>
      <dgm:spPr/>
      <dgm:t>
        <a:bodyPr/>
        <a:lstStyle/>
        <a:p>
          <a:r>
            <a:rPr lang="it-IT" dirty="0"/>
            <a:t>Gestione robusta degli errori sintattici.</a:t>
          </a:r>
        </a:p>
      </dgm:t>
    </dgm:pt>
    <dgm:pt modelId="{62A089DB-C421-48C9-B8C2-64DC299C058E}" type="parTrans" cxnId="{F2F93826-1628-48A0-8989-A1031A72E7D1}">
      <dgm:prSet/>
      <dgm:spPr/>
      <dgm:t>
        <a:bodyPr/>
        <a:lstStyle/>
        <a:p>
          <a:endParaRPr lang="it-IT"/>
        </a:p>
      </dgm:t>
    </dgm:pt>
    <dgm:pt modelId="{CE8408DF-D7E4-40E8-BAA5-38B8AF14E9B5}" type="sibTrans" cxnId="{F2F93826-1628-48A0-8989-A1031A72E7D1}">
      <dgm:prSet phldrT="4"/>
      <dgm:spPr/>
      <dgm:t>
        <a:bodyPr/>
        <a:lstStyle/>
        <a:p>
          <a:r>
            <a:rPr lang="it-IT"/>
            <a:t>4</a:t>
          </a:r>
        </a:p>
      </dgm:t>
    </dgm:pt>
    <dgm:pt modelId="{23ED51D3-6923-4AA2-88F8-F7755B1790C0}" type="pres">
      <dgm:prSet presAssocID="{02930B57-08DD-42C8-A328-6D78CC644859}" presName="Name0" presStyleCnt="0">
        <dgm:presLayoutVars>
          <dgm:animLvl val="lvl"/>
          <dgm:resizeHandles val="exact"/>
        </dgm:presLayoutVars>
      </dgm:prSet>
      <dgm:spPr/>
    </dgm:pt>
    <dgm:pt modelId="{0102D788-3945-4DDF-A671-D9DA61A4224C}" type="pres">
      <dgm:prSet presAssocID="{39CAC411-A0E0-44F0-85E2-95828A224AC3}" presName="compositeNode" presStyleCnt="0">
        <dgm:presLayoutVars>
          <dgm:bulletEnabled val="1"/>
        </dgm:presLayoutVars>
      </dgm:prSet>
      <dgm:spPr/>
    </dgm:pt>
    <dgm:pt modelId="{3796D13A-5031-47C2-A0A1-8AA86B2BA013}" type="pres">
      <dgm:prSet presAssocID="{39CAC411-A0E0-44F0-85E2-95828A224AC3}" presName="bgRect" presStyleLbl="bgAccFollowNode1" presStyleIdx="0" presStyleCnt="4"/>
      <dgm:spPr/>
    </dgm:pt>
    <dgm:pt modelId="{00DAEB33-2837-479E-A045-76DEF4694537}" type="pres">
      <dgm:prSet presAssocID="{1B1327BF-2E3D-47AA-B58A-6192DA047007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254E0402-76DB-48D1-AD99-F915D27840A7}" type="pres">
      <dgm:prSet presAssocID="{39CAC411-A0E0-44F0-85E2-95828A224AC3}" presName="bottomLine" presStyleLbl="alignNode1" presStyleIdx="1" presStyleCnt="8">
        <dgm:presLayoutVars/>
      </dgm:prSet>
      <dgm:spPr/>
    </dgm:pt>
    <dgm:pt modelId="{DDB4C02D-4904-48C0-95D2-4C0477648363}" type="pres">
      <dgm:prSet presAssocID="{39CAC411-A0E0-44F0-85E2-95828A224AC3}" presName="nodeText" presStyleLbl="bgAccFollowNode1" presStyleIdx="0" presStyleCnt="4">
        <dgm:presLayoutVars>
          <dgm:bulletEnabled val="1"/>
        </dgm:presLayoutVars>
      </dgm:prSet>
      <dgm:spPr/>
    </dgm:pt>
    <dgm:pt modelId="{D9BB46E9-CF3C-4448-8A39-9421552B4487}" type="pres">
      <dgm:prSet presAssocID="{1B1327BF-2E3D-47AA-B58A-6192DA047007}" presName="sibTrans" presStyleCnt="0"/>
      <dgm:spPr/>
    </dgm:pt>
    <dgm:pt modelId="{0641D51A-3F52-46BB-B993-96708FE66F4F}" type="pres">
      <dgm:prSet presAssocID="{9C4EBCBD-498A-47C1-AE00-3333D11053F5}" presName="compositeNode" presStyleCnt="0">
        <dgm:presLayoutVars>
          <dgm:bulletEnabled val="1"/>
        </dgm:presLayoutVars>
      </dgm:prSet>
      <dgm:spPr/>
    </dgm:pt>
    <dgm:pt modelId="{04E83EBA-24AF-4444-901E-22CAAC939477}" type="pres">
      <dgm:prSet presAssocID="{9C4EBCBD-498A-47C1-AE00-3333D11053F5}" presName="bgRect" presStyleLbl="bgAccFollowNode1" presStyleIdx="1" presStyleCnt="4"/>
      <dgm:spPr/>
    </dgm:pt>
    <dgm:pt modelId="{0A513861-B4D7-4641-936D-783ED5C93BDD}" type="pres">
      <dgm:prSet presAssocID="{370096DE-8961-42EB-A379-7541EE17234F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B8434D0F-8A29-49E3-AF2E-8843BD778529}" type="pres">
      <dgm:prSet presAssocID="{9C4EBCBD-498A-47C1-AE00-3333D11053F5}" presName="bottomLine" presStyleLbl="alignNode1" presStyleIdx="3" presStyleCnt="8">
        <dgm:presLayoutVars/>
      </dgm:prSet>
      <dgm:spPr/>
    </dgm:pt>
    <dgm:pt modelId="{3C5E9747-18B1-40BD-8FC0-E356BD856651}" type="pres">
      <dgm:prSet presAssocID="{9C4EBCBD-498A-47C1-AE00-3333D11053F5}" presName="nodeText" presStyleLbl="bgAccFollowNode1" presStyleIdx="1" presStyleCnt="4">
        <dgm:presLayoutVars>
          <dgm:bulletEnabled val="1"/>
        </dgm:presLayoutVars>
      </dgm:prSet>
      <dgm:spPr/>
    </dgm:pt>
    <dgm:pt modelId="{9A265264-A290-4E36-A1EA-1C8C1F808763}" type="pres">
      <dgm:prSet presAssocID="{370096DE-8961-42EB-A379-7541EE17234F}" presName="sibTrans" presStyleCnt="0"/>
      <dgm:spPr/>
    </dgm:pt>
    <dgm:pt modelId="{D6A79680-05EA-457E-9210-0A8AC49A30DD}" type="pres">
      <dgm:prSet presAssocID="{B57B4788-8BEE-4F59-9DAE-2DEF4C71F567}" presName="compositeNode" presStyleCnt="0">
        <dgm:presLayoutVars>
          <dgm:bulletEnabled val="1"/>
        </dgm:presLayoutVars>
      </dgm:prSet>
      <dgm:spPr/>
    </dgm:pt>
    <dgm:pt modelId="{32D8F561-F0E8-45D2-B21A-2F38E5E0D537}" type="pres">
      <dgm:prSet presAssocID="{B57B4788-8BEE-4F59-9DAE-2DEF4C71F567}" presName="bgRect" presStyleLbl="bgAccFollowNode1" presStyleIdx="2" presStyleCnt="4"/>
      <dgm:spPr/>
    </dgm:pt>
    <dgm:pt modelId="{FC84C5FF-42CF-46A2-BC33-12B8DAA51079}" type="pres">
      <dgm:prSet presAssocID="{19E90DD2-7D06-41DE-86C8-C888BAC46DB0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377A2F9D-2BA3-40A9-BF5F-E9B6BADBE07F}" type="pres">
      <dgm:prSet presAssocID="{B57B4788-8BEE-4F59-9DAE-2DEF4C71F567}" presName="bottomLine" presStyleLbl="alignNode1" presStyleIdx="5" presStyleCnt="8">
        <dgm:presLayoutVars/>
      </dgm:prSet>
      <dgm:spPr/>
    </dgm:pt>
    <dgm:pt modelId="{0736130C-5F0C-42C3-B8E1-9ECFD9913167}" type="pres">
      <dgm:prSet presAssocID="{B57B4788-8BEE-4F59-9DAE-2DEF4C71F567}" presName="nodeText" presStyleLbl="bgAccFollowNode1" presStyleIdx="2" presStyleCnt="4">
        <dgm:presLayoutVars>
          <dgm:bulletEnabled val="1"/>
        </dgm:presLayoutVars>
      </dgm:prSet>
      <dgm:spPr/>
    </dgm:pt>
    <dgm:pt modelId="{BF42B528-9D42-4313-9DC1-B6DF1E66B029}" type="pres">
      <dgm:prSet presAssocID="{19E90DD2-7D06-41DE-86C8-C888BAC46DB0}" presName="sibTrans" presStyleCnt="0"/>
      <dgm:spPr/>
    </dgm:pt>
    <dgm:pt modelId="{B46F8DB7-3162-4797-AFBE-C64D5DB3055A}" type="pres">
      <dgm:prSet presAssocID="{82ABE51F-5667-4896-801A-56C73560BB44}" presName="compositeNode" presStyleCnt="0">
        <dgm:presLayoutVars>
          <dgm:bulletEnabled val="1"/>
        </dgm:presLayoutVars>
      </dgm:prSet>
      <dgm:spPr/>
    </dgm:pt>
    <dgm:pt modelId="{F6587402-4392-459C-85A8-F7469FC6823A}" type="pres">
      <dgm:prSet presAssocID="{82ABE51F-5667-4896-801A-56C73560BB44}" presName="bgRect" presStyleLbl="bgAccFollowNode1" presStyleIdx="3" presStyleCnt="4"/>
      <dgm:spPr/>
    </dgm:pt>
    <dgm:pt modelId="{48A1076C-C70E-4464-BF28-0181D142B8AD}" type="pres">
      <dgm:prSet presAssocID="{CE8408DF-D7E4-40E8-BAA5-38B8AF14E9B5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ED733D8C-2810-4AF9-9572-D4A0555118C6}" type="pres">
      <dgm:prSet presAssocID="{82ABE51F-5667-4896-801A-56C73560BB44}" presName="bottomLine" presStyleLbl="alignNode1" presStyleIdx="7" presStyleCnt="8">
        <dgm:presLayoutVars/>
      </dgm:prSet>
      <dgm:spPr/>
    </dgm:pt>
    <dgm:pt modelId="{F8724116-AF32-4C3A-938A-AF3CDCCFB42C}" type="pres">
      <dgm:prSet presAssocID="{82ABE51F-5667-4896-801A-56C73560BB44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F2F93826-1628-48A0-8989-A1031A72E7D1}" srcId="{02930B57-08DD-42C8-A328-6D78CC644859}" destId="{82ABE51F-5667-4896-801A-56C73560BB44}" srcOrd="3" destOrd="0" parTransId="{62A089DB-C421-48C9-B8C2-64DC299C058E}" sibTransId="{CE8408DF-D7E4-40E8-BAA5-38B8AF14E9B5}"/>
    <dgm:cxn modelId="{780AB139-7F61-4F30-93D5-DE529D16841E}" type="presOf" srcId="{82ABE51F-5667-4896-801A-56C73560BB44}" destId="{F6587402-4392-459C-85A8-F7469FC6823A}" srcOrd="0" destOrd="0" presId="urn:microsoft.com/office/officeart/2016/7/layout/BasicLinearProcessNumbered"/>
    <dgm:cxn modelId="{CA35733E-EBCD-4752-90EA-2B4D8A2B78AB}" type="presOf" srcId="{9C4EBCBD-498A-47C1-AE00-3333D11053F5}" destId="{3C5E9747-18B1-40BD-8FC0-E356BD856651}" srcOrd="1" destOrd="0" presId="urn:microsoft.com/office/officeart/2016/7/layout/BasicLinearProcessNumbered"/>
    <dgm:cxn modelId="{097F8F5C-0184-4681-A9D4-06B7E2422167}" type="presOf" srcId="{B57B4788-8BEE-4F59-9DAE-2DEF4C71F567}" destId="{0736130C-5F0C-42C3-B8E1-9ECFD9913167}" srcOrd="1" destOrd="0" presId="urn:microsoft.com/office/officeart/2016/7/layout/BasicLinearProcessNumbered"/>
    <dgm:cxn modelId="{3ADFF864-C58D-4F44-B05A-40845FE576B0}" type="presOf" srcId="{19E90DD2-7D06-41DE-86C8-C888BAC46DB0}" destId="{FC84C5FF-42CF-46A2-BC33-12B8DAA51079}" srcOrd="0" destOrd="0" presId="urn:microsoft.com/office/officeart/2016/7/layout/BasicLinearProcessNumbered"/>
    <dgm:cxn modelId="{A59CF246-5771-49A6-9426-F52AA69CD0B0}" type="presOf" srcId="{39CAC411-A0E0-44F0-85E2-95828A224AC3}" destId="{DDB4C02D-4904-48C0-95D2-4C0477648363}" srcOrd="1" destOrd="0" presId="urn:microsoft.com/office/officeart/2016/7/layout/BasicLinearProcessNumbered"/>
    <dgm:cxn modelId="{ECE1E248-778C-4794-A125-BEBBDCB1C450}" srcId="{02930B57-08DD-42C8-A328-6D78CC644859}" destId="{B57B4788-8BEE-4F59-9DAE-2DEF4C71F567}" srcOrd="2" destOrd="0" parTransId="{A818A0A0-312C-413C-9400-958D172A2C91}" sibTransId="{19E90DD2-7D06-41DE-86C8-C888BAC46DB0}"/>
    <dgm:cxn modelId="{DB5B3469-6200-4B44-8B1C-7F498CEFFC03}" type="presOf" srcId="{9C4EBCBD-498A-47C1-AE00-3333D11053F5}" destId="{04E83EBA-24AF-4444-901E-22CAAC939477}" srcOrd="0" destOrd="0" presId="urn:microsoft.com/office/officeart/2016/7/layout/BasicLinearProcessNumbered"/>
    <dgm:cxn modelId="{F2B1884C-0DB9-4A06-A67F-04268C46C497}" type="presOf" srcId="{CE8408DF-D7E4-40E8-BAA5-38B8AF14E9B5}" destId="{48A1076C-C70E-4464-BF28-0181D142B8AD}" srcOrd="0" destOrd="0" presId="urn:microsoft.com/office/officeart/2016/7/layout/BasicLinearProcessNumbered"/>
    <dgm:cxn modelId="{CD17FE4C-47BA-437C-ABB6-82F348760CBF}" srcId="{02930B57-08DD-42C8-A328-6D78CC644859}" destId="{9C4EBCBD-498A-47C1-AE00-3333D11053F5}" srcOrd="1" destOrd="0" parTransId="{D2517A20-24DD-4B73-B297-02CB6BC212AE}" sibTransId="{370096DE-8961-42EB-A379-7541EE17234F}"/>
    <dgm:cxn modelId="{157D1F52-49B8-4273-8D16-BE7B835B2CEE}" type="presOf" srcId="{39CAC411-A0E0-44F0-85E2-95828A224AC3}" destId="{3796D13A-5031-47C2-A0A1-8AA86B2BA013}" srcOrd="0" destOrd="0" presId="urn:microsoft.com/office/officeart/2016/7/layout/BasicLinearProcessNumbered"/>
    <dgm:cxn modelId="{19C47F54-7FDF-4F47-A630-64E3E5A9B615}" type="presOf" srcId="{82ABE51F-5667-4896-801A-56C73560BB44}" destId="{F8724116-AF32-4C3A-938A-AF3CDCCFB42C}" srcOrd="1" destOrd="0" presId="urn:microsoft.com/office/officeart/2016/7/layout/BasicLinearProcessNumbered"/>
    <dgm:cxn modelId="{88447277-0E95-48B1-97D8-5123B0EDAF11}" type="presOf" srcId="{B57B4788-8BEE-4F59-9DAE-2DEF4C71F567}" destId="{32D8F561-F0E8-45D2-B21A-2F38E5E0D537}" srcOrd="0" destOrd="0" presId="urn:microsoft.com/office/officeart/2016/7/layout/BasicLinearProcessNumbered"/>
    <dgm:cxn modelId="{C82FEC89-29D9-42F7-8138-AA81560FF4BF}" type="presOf" srcId="{1B1327BF-2E3D-47AA-B58A-6192DA047007}" destId="{00DAEB33-2837-479E-A045-76DEF4694537}" srcOrd="0" destOrd="0" presId="urn:microsoft.com/office/officeart/2016/7/layout/BasicLinearProcessNumbered"/>
    <dgm:cxn modelId="{83D307C0-CE6F-4E47-8C4B-D5C7B9A21490}" type="presOf" srcId="{370096DE-8961-42EB-A379-7541EE17234F}" destId="{0A513861-B4D7-4641-936D-783ED5C93BDD}" srcOrd="0" destOrd="0" presId="urn:microsoft.com/office/officeart/2016/7/layout/BasicLinearProcessNumbered"/>
    <dgm:cxn modelId="{EB8913C0-9B4E-4563-B7E7-24DFDDDE4984}" srcId="{02930B57-08DD-42C8-A328-6D78CC644859}" destId="{39CAC411-A0E0-44F0-85E2-95828A224AC3}" srcOrd="0" destOrd="0" parTransId="{5FC37086-3423-4765-9FAF-FF3E2F59431B}" sibTransId="{1B1327BF-2E3D-47AA-B58A-6192DA047007}"/>
    <dgm:cxn modelId="{EAAC8AFD-E74C-4588-9B8B-FFBF0B181B7A}" type="presOf" srcId="{02930B57-08DD-42C8-A328-6D78CC644859}" destId="{23ED51D3-6923-4AA2-88F8-F7755B1790C0}" srcOrd="0" destOrd="0" presId="urn:microsoft.com/office/officeart/2016/7/layout/BasicLinearProcessNumbered"/>
    <dgm:cxn modelId="{16965CD0-DDC1-43FF-9CB8-3A4B1C160908}" type="presParOf" srcId="{23ED51D3-6923-4AA2-88F8-F7755B1790C0}" destId="{0102D788-3945-4DDF-A671-D9DA61A4224C}" srcOrd="0" destOrd="0" presId="urn:microsoft.com/office/officeart/2016/7/layout/BasicLinearProcessNumbered"/>
    <dgm:cxn modelId="{1C9B4E1F-4156-4CFB-889F-7841DFDBDDB4}" type="presParOf" srcId="{0102D788-3945-4DDF-A671-D9DA61A4224C}" destId="{3796D13A-5031-47C2-A0A1-8AA86B2BA013}" srcOrd="0" destOrd="0" presId="urn:microsoft.com/office/officeart/2016/7/layout/BasicLinearProcessNumbered"/>
    <dgm:cxn modelId="{0FF98150-6EC2-4E4E-A4A5-36C17430FE77}" type="presParOf" srcId="{0102D788-3945-4DDF-A671-D9DA61A4224C}" destId="{00DAEB33-2837-479E-A045-76DEF4694537}" srcOrd="1" destOrd="0" presId="urn:microsoft.com/office/officeart/2016/7/layout/BasicLinearProcessNumbered"/>
    <dgm:cxn modelId="{37D7EE52-A7A3-4308-902B-E8887D7B812E}" type="presParOf" srcId="{0102D788-3945-4DDF-A671-D9DA61A4224C}" destId="{254E0402-76DB-48D1-AD99-F915D27840A7}" srcOrd="2" destOrd="0" presId="urn:microsoft.com/office/officeart/2016/7/layout/BasicLinearProcessNumbered"/>
    <dgm:cxn modelId="{8566FAA5-A5F1-4CDD-BF3C-06DD6A3022A6}" type="presParOf" srcId="{0102D788-3945-4DDF-A671-D9DA61A4224C}" destId="{DDB4C02D-4904-48C0-95D2-4C0477648363}" srcOrd="3" destOrd="0" presId="urn:microsoft.com/office/officeart/2016/7/layout/BasicLinearProcessNumbered"/>
    <dgm:cxn modelId="{EDC14213-5E9D-48E0-85BC-ADC05C64131B}" type="presParOf" srcId="{23ED51D3-6923-4AA2-88F8-F7755B1790C0}" destId="{D9BB46E9-CF3C-4448-8A39-9421552B4487}" srcOrd="1" destOrd="0" presId="urn:microsoft.com/office/officeart/2016/7/layout/BasicLinearProcessNumbered"/>
    <dgm:cxn modelId="{63D853B8-9357-4C26-9A5D-752D70AB7F13}" type="presParOf" srcId="{23ED51D3-6923-4AA2-88F8-F7755B1790C0}" destId="{0641D51A-3F52-46BB-B993-96708FE66F4F}" srcOrd="2" destOrd="0" presId="urn:microsoft.com/office/officeart/2016/7/layout/BasicLinearProcessNumbered"/>
    <dgm:cxn modelId="{C0CD91D9-AEEE-42DD-B660-9C71302B28A0}" type="presParOf" srcId="{0641D51A-3F52-46BB-B993-96708FE66F4F}" destId="{04E83EBA-24AF-4444-901E-22CAAC939477}" srcOrd="0" destOrd="0" presId="urn:microsoft.com/office/officeart/2016/7/layout/BasicLinearProcessNumbered"/>
    <dgm:cxn modelId="{77B60EE5-4DB8-412D-8E34-0BCED522CEC2}" type="presParOf" srcId="{0641D51A-3F52-46BB-B993-96708FE66F4F}" destId="{0A513861-B4D7-4641-936D-783ED5C93BDD}" srcOrd="1" destOrd="0" presId="urn:microsoft.com/office/officeart/2016/7/layout/BasicLinearProcessNumbered"/>
    <dgm:cxn modelId="{1D7ECE08-A06E-4099-AFB3-0F55E828F85C}" type="presParOf" srcId="{0641D51A-3F52-46BB-B993-96708FE66F4F}" destId="{B8434D0F-8A29-49E3-AF2E-8843BD778529}" srcOrd="2" destOrd="0" presId="urn:microsoft.com/office/officeart/2016/7/layout/BasicLinearProcessNumbered"/>
    <dgm:cxn modelId="{D5EE70B2-417D-4BD7-B96F-FF46EB1574E8}" type="presParOf" srcId="{0641D51A-3F52-46BB-B993-96708FE66F4F}" destId="{3C5E9747-18B1-40BD-8FC0-E356BD856651}" srcOrd="3" destOrd="0" presId="urn:microsoft.com/office/officeart/2016/7/layout/BasicLinearProcessNumbered"/>
    <dgm:cxn modelId="{B13F1E98-C161-42F2-ADB8-D9423AED56C3}" type="presParOf" srcId="{23ED51D3-6923-4AA2-88F8-F7755B1790C0}" destId="{9A265264-A290-4E36-A1EA-1C8C1F808763}" srcOrd="3" destOrd="0" presId="urn:microsoft.com/office/officeart/2016/7/layout/BasicLinearProcessNumbered"/>
    <dgm:cxn modelId="{C567864D-C9B7-40BB-A1C2-83CA8B4D062F}" type="presParOf" srcId="{23ED51D3-6923-4AA2-88F8-F7755B1790C0}" destId="{D6A79680-05EA-457E-9210-0A8AC49A30DD}" srcOrd="4" destOrd="0" presId="urn:microsoft.com/office/officeart/2016/7/layout/BasicLinearProcessNumbered"/>
    <dgm:cxn modelId="{A813F073-6AE2-41BE-91FA-22883C7ED4DF}" type="presParOf" srcId="{D6A79680-05EA-457E-9210-0A8AC49A30DD}" destId="{32D8F561-F0E8-45D2-B21A-2F38E5E0D537}" srcOrd="0" destOrd="0" presId="urn:microsoft.com/office/officeart/2016/7/layout/BasicLinearProcessNumbered"/>
    <dgm:cxn modelId="{5B831727-5057-40BA-B590-18A06F5DCE2A}" type="presParOf" srcId="{D6A79680-05EA-457E-9210-0A8AC49A30DD}" destId="{FC84C5FF-42CF-46A2-BC33-12B8DAA51079}" srcOrd="1" destOrd="0" presId="urn:microsoft.com/office/officeart/2016/7/layout/BasicLinearProcessNumbered"/>
    <dgm:cxn modelId="{9434F5F2-AA5E-4D57-A549-B05F57AA00AC}" type="presParOf" srcId="{D6A79680-05EA-457E-9210-0A8AC49A30DD}" destId="{377A2F9D-2BA3-40A9-BF5F-E9B6BADBE07F}" srcOrd="2" destOrd="0" presId="urn:microsoft.com/office/officeart/2016/7/layout/BasicLinearProcessNumbered"/>
    <dgm:cxn modelId="{638E7A76-20A1-4F3A-8939-26FFA87BF7DE}" type="presParOf" srcId="{D6A79680-05EA-457E-9210-0A8AC49A30DD}" destId="{0736130C-5F0C-42C3-B8E1-9ECFD9913167}" srcOrd="3" destOrd="0" presId="urn:microsoft.com/office/officeart/2016/7/layout/BasicLinearProcessNumbered"/>
    <dgm:cxn modelId="{56F4F77C-DD19-4B40-836C-7D89F8F03F4A}" type="presParOf" srcId="{23ED51D3-6923-4AA2-88F8-F7755B1790C0}" destId="{BF42B528-9D42-4313-9DC1-B6DF1E66B029}" srcOrd="5" destOrd="0" presId="urn:microsoft.com/office/officeart/2016/7/layout/BasicLinearProcessNumbered"/>
    <dgm:cxn modelId="{88576F80-1B16-4849-9802-D33455F9B310}" type="presParOf" srcId="{23ED51D3-6923-4AA2-88F8-F7755B1790C0}" destId="{B46F8DB7-3162-4797-AFBE-C64D5DB3055A}" srcOrd="6" destOrd="0" presId="urn:microsoft.com/office/officeart/2016/7/layout/BasicLinearProcessNumbered"/>
    <dgm:cxn modelId="{682C1A10-11C5-4FF5-9FE9-018199B53D63}" type="presParOf" srcId="{B46F8DB7-3162-4797-AFBE-C64D5DB3055A}" destId="{F6587402-4392-459C-85A8-F7469FC6823A}" srcOrd="0" destOrd="0" presId="urn:microsoft.com/office/officeart/2016/7/layout/BasicLinearProcessNumbered"/>
    <dgm:cxn modelId="{AF8F798D-99A8-4AB4-9A5D-80A51FCDB230}" type="presParOf" srcId="{B46F8DB7-3162-4797-AFBE-C64D5DB3055A}" destId="{48A1076C-C70E-4464-BF28-0181D142B8AD}" srcOrd="1" destOrd="0" presId="urn:microsoft.com/office/officeart/2016/7/layout/BasicLinearProcessNumbered"/>
    <dgm:cxn modelId="{A5EFFEE7-BD44-4307-902D-3501E8563198}" type="presParOf" srcId="{B46F8DB7-3162-4797-AFBE-C64D5DB3055A}" destId="{ED733D8C-2810-4AF9-9572-D4A0555118C6}" srcOrd="2" destOrd="0" presId="urn:microsoft.com/office/officeart/2016/7/layout/BasicLinearProcessNumbered"/>
    <dgm:cxn modelId="{5059A68E-5B13-485E-8DFE-D757555782D9}" type="presParOf" srcId="{B46F8DB7-3162-4797-AFBE-C64D5DB3055A}" destId="{F8724116-AF32-4C3A-938A-AF3CDCCFB42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6B8CE4-9FE8-4696-9D55-DFC91C5FB58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C3B1565-A064-434A-82FD-1FA312FDF03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Utilizzo di </a:t>
          </a:r>
          <a:r>
            <a:rPr lang="it-IT" dirty="0" err="1"/>
            <a:t>ClickHouse</a:t>
          </a:r>
          <a:r>
            <a:rPr lang="it-IT" dirty="0"/>
            <a:t>, DBMS colonnare per scenari OLAP.</a:t>
          </a:r>
          <a:endParaRPr lang="en-US" dirty="0"/>
        </a:p>
      </dgm:t>
    </dgm:pt>
    <dgm:pt modelId="{568B9923-CE33-43D7-B992-2D7C86ED4F14}" type="parTrans" cxnId="{F7C3FED0-1B15-4A93-96CA-E6C31CB2558C}">
      <dgm:prSet/>
      <dgm:spPr/>
      <dgm:t>
        <a:bodyPr/>
        <a:lstStyle/>
        <a:p>
          <a:endParaRPr lang="en-US"/>
        </a:p>
      </dgm:t>
    </dgm:pt>
    <dgm:pt modelId="{38FA5981-0510-4486-81C0-D54C2DA454DC}" type="sibTrans" cxnId="{F7C3FED0-1B15-4A93-96CA-E6C31CB255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3787F20-FC27-45D2-9EC5-E6060DFF1211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Unica tabella '</a:t>
          </a:r>
          <a:r>
            <a:rPr lang="it-IT" dirty="0" err="1"/>
            <a:t>sales_data</a:t>
          </a:r>
          <a:r>
            <a:rPr lang="it-IT" dirty="0"/>
            <a:t>' composta da 41 colonne relative ai dati scontrino.</a:t>
          </a:r>
          <a:endParaRPr lang="en-US" dirty="0"/>
        </a:p>
      </dgm:t>
    </dgm:pt>
    <dgm:pt modelId="{D2245D11-C562-4856-A440-01EE04B2D243}" type="parTrans" cxnId="{23501F61-D3A4-41C6-A10D-86F56245DD9D}">
      <dgm:prSet/>
      <dgm:spPr/>
      <dgm:t>
        <a:bodyPr/>
        <a:lstStyle/>
        <a:p>
          <a:endParaRPr lang="en-US"/>
        </a:p>
      </dgm:t>
    </dgm:pt>
    <dgm:pt modelId="{17486D8E-BC57-48CB-A00A-8359D6918E7E}" type="sibTrans" cxnId="{23501F61-D3A4-41C6-A10D-86F56245DD9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B5AC34E-37FA-4378-859F-F2F3E50116B5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Ogni riga corrisponde a un singolo prodotto scansionato.</a:t>
          </a:r>
          <a:endParaRPr lang="en-US" dirty="0"/>
        </a:p>
      </dgm:t>
    </dgm:pt>
    <dgm:pt modelId="{638A1271-C5CA-4B2B-9DA0-7D92D69516CA}" type="parTrans" cxnId="{E22E0FE2-A03E-4FB8-BE41-0BF2F2DB084F}">
      <dgm:prSet/>
      <dgm:spPr/>
      <dgm:t>
        <a:bodyPr/>
        <a:lstStyle/>
        <a:p>
          <a:endParaRPr lang="en-US"/>
        </a:p>
      </dgm:t>
    </dgm:pt>
    <dgm:pt modelId="{31EF7C2D-DC6D-484D-99ED-426079E7FA44}" type="sibTrans" cxnId="{E22E0FE2-A03E-4FB8-BE41-0BF2F2DB084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7EC85CB-2356-4DDA-8FA8-0BBF8D1520C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Informazioni su transazione, punto vendita, prodotto, gerarchia merceologica</a:t>
          </a:r>
          <a:endParaRPr lang="en-US" dirty="0"/>
        </a:p>
      </dgm:t>
    </dgm:pt>
    <dgm:pt modelId="{02A4EDA6-9F13-43C6-8A4E-4233C3924B04}" type="parTrans" cxnId="{0189DA46-AE2F-4C40-9915-FD093D65CC40}">
      <dgm:prSet/>
      <dgm:spPr/>
      <dgm:t>
        <a:bodyPr/>
        <a:lstStyle/>
        <a:p>
          <a:endParaRPr lang="en-US"/>
        </a:p>
      </dgm:t>
    </dgm:pt>
    <dgm:pt modelId="{7EE29BCA-B6F0-4656-A8FC-0AB6B6F14F5E}" type="sibTrans" cxnId="{0189DA46-AE2F-4C40-9915-FD093D65CC40}">
      <dgm:prSet/>
      <dgm:spPr/>
      <dgm:t>
        <a:bodyPr/>
        <a:lstStyle/>
        <a:p>
          <a:endParaRPr lang="en-US"/>
        </a:p>
      </dgm:t>
    </dgm:pt>
    <dgm:pt modelId="{EC1EC5D2-DF2B-478C-9A6D-F39B64D09A10}" type="pres">
      <dgm:prSet presAssocID="{126B8CE4-9FE8-4696-9D55-DFC91C5FB58C}" presName="root" presStyleCnt="0">
        <dgm:presLayoutVars>
          <dgm:dir/>
          <dgm:resizeHandles val="exact"/>
        </dgm:presLayoutVars>
      </dgm:prSet>
      <dgm:spPr/>
    </dgm:pt>
    <dgm:pt modelId="{6112CF3E-8D95-457A-AEAA-83A24468B203}" type="pres">
      <dgm:prSet presAssocID="{126B8CE4-9FE8-4696-9D55-DFC91C5FB58C}" presName="container" presStyleCnt="0">
        <dgm:presLayoutVars>
          <dgm:dir/>
          <dgm:resizeHandles val="exact"/>
        </dgm:presLayoutVars>
      </dgm:prSet>
      <dgm:spPr/>
    </dgm:pt>
    <dgm:pt modelId="{EC169756-B172-423B-AF4F-DFF09EA0F872}" type="pres">
      <dgm:prSet presAssocID="{FC3B1565-A064-434A-82FD-1FA312FDF03D}" presName="compNode" presStyleCnt="0"/>
      <dgm:spPr/>
    </dgm:pt>
    <dgm:pt modelId="{54028162-7090-4C6C-B2D3-1B195BFB2B2A}" type="pres">
      <dgm:prSet presAssocID="{FC3B1565-A064-434A-82FD-1FA312FDF03D}" presName="iconBgRect" presStyleLbl="bgShp" presStyleIdx="0" presStyleCnt="4"/>
      <dgm:spPr/>
    </dgm:pt>
    <dgm:pt modelId="{B5697274-3F75-4AD5-99BE-B418DEA8625D}" type="pres">
      <dgm:prSet presAssocID="{FC3B1565-A064-434A-82FD-1FA312FDF03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la"/>
        </a:ext>
      </dgm:extLst>
    </dgm:pt>
    <dgm:pt modelId="{5C4661F6-D0D1-4C95-84ED-ADD6BF7E1E9F}" type="pres">
      <dgm:prSet presAssocID="{FC3B1565-A064-434A-82FD-1FA312FDF03D}" presName="spaceRect" presStyleCnt="0"/>
      <dgm:spPr/>
    </dgm:pt>
    <dgm:pt modelId="{1CCC385A-078F-4D3A-AE06-95C2FF27043F}" type="pres">
      <dgm:prSet presAssocID="{FC3B1565-A064-434A-82FD-1FA312FDF03D}" presName="textRect" presStyleLbl="revTx" presStyleIdx="0" presStyleCnt="4">
        <dgm:presLayoutVars>
          <dgm:chMax val="1"/>
          <dgm:chPref val="1"/>
        </dgm:presLayoutVars>
      </dgm:prSet>
      <dgm:spPr/>
    </dgm:pt>
    <dgm:pt modelId="{E7804FCE-66CD-47A0-986E-990CF21DFF57}" type="pres">
      <dgm:prSet presAssocID="{38FA5981-0510-4486-81C0-D54C2DA454DC}" presName="sibTrans" presStyleLbl="sibTrans2D1" presStyleIdx="0" presStyleCnt="0"/>
      <dgm:spPr/>
    </dgm:pt>
    <dgm:pt modelId="{0B35397D-DA89-4117-8687-BB8350C633CB}" type="pres">
      <dgm:prSet presAssocID="{D3787F20-FC27-45D2-9EC5-E6060DFF1211}" presName="compNode" presStyleCnt="0"/>
      <dgm:spPr/>
    </dgm:pt>
    <dgm:pt modelId="{A946E325-DF93-46D7-949F-FAB3E70992EB}" type="pres">
      <dgm:prSet presAssocID="{D3787F20-FC27-45D2-9EC5-E6060DFF1211}" presName="iconBgRect" presStyleLbl="bgShp" presStyleIdx="1" presStyleCnt="4"/>
      <dgm:spPr/>
    </dgm:pt>
    <dgm:pt modelId="{3DA3B5AF-3CBB-4FB4-89A9-44D01D53BEF5}" type="pres">
      <dgm:prSet presAssocID="{D3787F20-FC27-45D2-9EC5-E6060DFF121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3A3AC6C-6903-4ACC-B2C1-E9C7C9E00AAC}" type="pres">
      <dgm:prSet presAssocID="{D3787F20-FC27-45D2-9EC5-E6060DFF1211}" presName="spaceRect" presStyleCnt="0"/>
      <dgm:spPr/>
    </dgm:pt>
    <dgm:pt modelId="{903C6B61-27B5-4594-89C9-DDA4039A8ABF}" type="pres">
      <dgm:prSet presAssocID="{D3787F20-FC27-45D2-9EC5-E6060DFF1211}" presName="textRect" presStyleLbl="revTx" presStyleIdx="1" presStyleCnt="4">
        <dgm:presLayoutVars>
          <dgm:chMax val="1"/>
          <dgm:chPref val="1"/>
        </dgm:presLayoutVars>
      </dgm:prSet>
      <dgm:spPr/>
    </dgm:pt>
    <dgm:pt modelId="{04E60CC3-7DAB-40AA-B120-AE4462B9FA9C}" type="pres">
      <dgm:prSet presAssocID="{17486D8E-BC57-48CB-A00A-8359D6918E7E}" presName="sibTrans" presStyleLbl="sibTrans2D1" presStyleIdx="0" presStyleCnt="0"/>
      <dgm:spPr/>
    </dgm:pt>
    <dgm:pt modelId="{FF619D40-CF5D-4D48-B923-06CE3B05B010}" type="pres">
      <dgm:prSet presAssocID="{5B5AC34E-37FA-4378-859F-F2F3E50116B5}" presName="compNode" presStyleCnt="0"/>
      <dgm:spPr/>
    </dgm:pt>
    <dgm:pt modelId="{896BA9A8-2989-4F63-8C57-E955E8A9EDF6}" type="pres">
      <dgm:prSet presAssocID="{5B5AC34E-37FA-4378-859F-F2F3E50116B5}" presName="iconBgRect" presStyleLbl="bgShp" presStyleIdx="2" presStyleCnt="4"/>
      <dgm:spPr/>
    </dgm:pt>
    <dgm:pt modelId="{1350C0C0-00D2-4E39-994D-3AA10B90573A}" type="pres">
      <dgm:prSet presAssocID="{5B5AC34E-37FA-4378-859F-F2F3E50116B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tichetta"/>
        </a:ext>
      </dgm:extLst>
    </dgm:pt>
    <dgm:pt modelId="{FBA41C09-BB2C-4640-94E3-A0A3D845DD1A}" type="pres">
      <dgm:prSet presAssocID="{5B5AC34E-37FA-4378-859F-F2F3E50116B5}" presName="spaceRect" presStyleCnt="0"/>
      <dgm:spPr/>
    </dgm:pt>
    <dgm:pt modelId="{455FE9EA-118E-4284-BCB3-9DD9D544BF6B}" type="pres">
      <dgm:prSet presAssocID="{5B5AC34E-37FA-4378-859F-F2F3E50116B5}" presName="textRect" presStyleLbl="revTx" presStyleIdx="2" presStyleCnt="4">
        <dgm:presLayoutVars>
          <dgm:chMax val="1"/>
          <dgm:chPref val="1"/>
        </dgm:presLayoutVars>
      </dgm:prSet>
      <dgm:spPr/>
    </dgm:pt>
    <dgm:pt modelId="{E968EB0D-D26B-4831-B437-8B8EA6F5382C}" type="pres">
      <dgm:prSet presAssocID="{31EF7C2D-DC6D-484D-99ED-426079E7FA44}" presName="sibTrans" presStyleLbl="sibTrans2D1" presStyleIdx="0" presStyleCnt="0"/>
      <dgm:spPr/>
    </dgm:pt>
    <dgm:pt modelId="{31D63983-A566-464E-AECF-72DAF77C5958}" type="pres">
      <dgm:prSet presAssocID="{77EC85CB-2356-4DDA-8FA8-0BBF8D1520CE}" presName="compNode" presStyleCnt="0"/>
      <dgm:spPr/>
    </dgm:pt>
    <dgm:pt modelId="{FC4A307E-A5E8-4640-AC97-55162B6A36AC}" type="pres">
      <dgm:prSet presAssocID="{77EC85CB-2356-4DDA-8FA8-0BBF8D1520CE}" presName="iconBgRect" presStyleLbl="bgShp" presStyleIdx="3" presStyleCnt="4"/>
      <dgm:spPr/>
    </dgm:pt>
    <dgm:pt modelId="{AB211118-5F8C-4AE7-90E2-BEDCB660F4BE}" type="pres">
      <dgm:prSet presAssocID="{77EC85CB-2356-4DDA-8FA8-0BBF8D1520C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rello della spesa con riempimento a tinta unita"/>
        </a:ext>
      </dgm:extLst>
    </dgm:pt>
    <dgm:pt modelId="{3A8FBEAC-A0A4-4D30-9C72-A16188CABF2A}" type="pres">
      <dgm:prSet presAssocID="{77EC85CB-2356-4DDA-8FA8-0BBF8D1520CE}" presName="spaceRect" presStyleCnt="0"/>
      <dgm:spPr/>
    </dgm:pt>
    <dgm:pt modelId="{0D502887-A545-4C55-AECD-6AABB2B0CCD7}" type="pres">
      <dgm:prSet presAssocID="{77EC85CB-2356-4DDA-8FA8-0BBF8D1520C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9E8051A-F6CD-4FC3-A1C9-4CC1A5A6CC4B}" type="presOf" srcId="{77EC85CB-2356-4DDA-8FA8-0BBF8D1520CE}" destId="{0D502887-A545-4C55-AECD-6AABB2B0CCD7}" srcOrd="0" destOrd="0" presId="urn:microsoft.com/office/officeart/2018/2/layout/IconCircleList"/>
    <dgm:cxn modelId="{F508871B-2423-4F0E-824D-0726326DDC57}" type="presOf" srcId="{D3787F20-FC27-45D2-9EC5-E6060DFF1211}" destId="{903C6B61-27B5-4594-89C9-DDA4039A8ABF}" srcOrd="0" destOrd="0" presId="urn:microsoft.com/office/officeart/2018/2/layout/IconCircleList"/>
    <dgm:cxn modelId="{E3013322-E3F5-46C5-B775-F847E8305746}" type="presOf" srcId="{126B8CE4-9FE8-4696-9D55-DFC91C5FB58C}" destId="{EC1EC5D2-DF2B-478C-9A6D-F39B64D09A10}" srcOrd="0" destOrd="0" presId="urn:microsoft.com/office/officeart/2018/2/layout/IconCircleList"/>
    <dgm:cxn modelId="{23501F61-D3A4-41C6-A10D-86F56245DD9D}" srcId="{126B8CE4-9FE8-4696-9D55-DFC91C5FB58C}" destId="{D3787F20-FC27-45D2-9EC5-E6060DFF1211}" srcOrd="1" destOrd="0" parTransId="{D2245D11-C562-4856-A440-01EE04B2D243}" sibTransId="{17486D8E-BC57-48CB-A00A-8359D6918E7E}"/>
    <dgm:cxn modelId="{0189DA46-AE2F-4C40-9915-FD093D65CC40}" srcId="{126B8CE4-9FE8-4696-9D55-DFC91C5FB58C}" destId="{77EC85CB-2356-4DDA-8FA8-0BBF8D1520CE}" srcOrd="3" destOrd="0" parTransId="{02A4EDA6-9F13-43C6-8A4E-4233C3924B04}" sibTransId="{7EE29BCA-B6F0-4656-A8FC-0AB6B6F14F5E}"/>
    <dgm:cxn modelId="{D633C26F-0511-4555-8355-020EC65CEC19}" type="presOf" srcId="{17486D8E-BC57-48CB-A00A-8359D6918E7E}" destId="{04E60CC3-7DAB-40AA-B120-AE4462B9FA9C}" srcOrd="0" destOrd="0" presId="urn:microsoft.com/office/officeart/2018/2/layout/IconCircleList"/>
    <dgm:cxn modelId="{447E7D56-1DB8-4FA6-A0D7-F69DC9C354E5}" type="presOf" srcId="{31EF7C2D-DC6D-484D-99ED-426079E7FA44}" destId="{E968EB0D-D26B-4831-B437-8B8EA6F5382C}" srcOrd="0" destOrd="0" presId="urn:microsoft.com/office/officeart/2018/2/layout/IconCircleList"/>
    <dgm:cxn modelId="{06D5E681-59AE-41A3-B50D-95A7B32AAA8D}" type="presOf" srcId="{5B5AC34E-37FA-4378-859F-F2F3E50116B5}" destId="{455FE9EA-118E-4284-BCB3-9DD9D544BF6B}" srcOrd="0" destOrd="0" presId="urn:microsoft.com/office/officeart/2018/2/layout/IconCircleList"/>
    <dgm:cxn modelId="{F7C3FED0-1B15-4A93-96CA-E6C31CB2558C}" srcId="{126B8CE4-9FE8-4696-9D55-DFC91C5FB58C}" destId="{FC3B1565-A064-434A-82FD-1FA312FDF03D}" srcOrd="0" destOrd="0" parTransId="{568B9923-CE33-43D7-B992-2D7C86ED4F14}" sibTransId="{38FA5981-0510-4486-81C0-D54C2DA454DC}"/>
    <dgm:cxn modelId="{42C17BD3-D7EC-453C-A736-840DB66AA17D}" type="presOf" srcId="{38FA5981-0510-4486-81C0-D54C2DA454DC}" destId="{E7804FCE-66CD-47A0-986E-990CF21DFF57}" srcOrd="0" destOrd="0" presId="urn:microsoft.com/office/officeart/2018/2/layout/IconCircleList"/>
    <dgm:cxn modelId="{E22E0FE2-A03E-4FB8-BE41-0BF2F2DB084F}" srcId="{126B8CE4-9FE8-4696-9D55-DFC91C5FB58C}" destId="{5B5AC34E-37FA-4378-859F-F2F3E50116B5}" srcOrd="2" destOrd="0" parTransId="{638A1271-C5CA-4B2B-9DA0-7D92D69516CA}" sibTransId="{31EF7C2D-DC6D-484D-99ED-426079E7FA44}"/>
    <dgm:cxn modelId="{736E48F8-EB40-450B-B037-CCB8F1A2B576}" type="presOf" srcId="{FC3B1565-A064-434A-82FD-1FA312FDF03D}" destId="{1CCC385A-078F-4D3A-AE06-95C2FF27043F}" srcOrd="0" destOrd="0" presId="urn:microsoft.com/office/officeart/2018/2/layout/IconCircleList"/>
    <dgm:cxn modelId="{5CC159A1-556E-41E8-A4CD-0237CA10751B}" type="presParOf" srcId="{EC1EC5D2-DF2B-478C-9A6D-F39B64D09A10}" destId="{6112CF3E-8D95-457A-AEAA-83A24468B203}" srcOrd="0" destOrd="0" presId="urn:microsoft.com/office/officeart/2018/2/layout/IconCircleList"/>
    <dgm:cxn modelId="{0B213D76-5EAB-4C28-9CE1-8A77AB6EC9F8}" type="presParOf" srcId="{6112CF3E-8D95-457A-AEAA-83A24468B203}" destId="{EC169756-B172-423B-AF4F-DFF09EA0F872}" srcOrd="0" destOrd="0" presId="urn:microsoft.com/office/officeart/2018/2/layout/IconCircleList"/>
    <dgm:cxn modelId="{FDC8CCE0-B0A4-4746-BC47-F8D616CE1F13}" type="presParOf" srcId="{EC169756-B172-423B-AF4F-DFF09EA0F872}" destId="{54028162-7090-4C6C-B2D3-1B195BFB2B2A}" srcOrd="0" destOrd="0" presId="urn:microsoft.com/office/officeart/2018/2/layout/IconCircleList"/>
    <dgm:cxn modelId="{B7EB5AB0-FA02-4DF6-98BB-520C2C9607BE}" type="presParOf" srcId="{EC169756-B172-423B-AF4F-DFF09EA0F872}" destId="{B5697274-3F75-4AD5-99BE-B418DEA8625D}" srcOrd="1" destOrd="0" presId="urn:microsoft.com/office/officeart/2018/2/layout/IconCircleList"/>
    <dgm:cxn modelId="{1ED8A564-10CE-4471-BCB1-EE84D576F0E3}" type="presParOf" srcId="{EC169756-B172-423B-AF4F-DFF09EA0F872}" destId="{5C4661F6-D0D1-4C95-84ED-ADD6BF7E1E9F}" srcOrd="2" destOrd="0" presId="urn:microsoft.com/office/officeart/2018/2/layout/IconCircleList"/>
    <dgm:cxn modelId="{6CA8E72B-E8F3-42DB-8DEB-4C6BE268976D}" type="presParOf" srcId="{EC169756-B172-423B-AF4F-DFF09EA0F872}" destId="{1CCC385A-078F-4D3A-AE06-95C2FF27043F}" srcOrd="3" destOrd="0" presId="urn:microsoft.com/office/officeart/2018/2/layout/IconCircleList"/>
    <dgm:cxn modelId="{EBE7F5AE-640F-4744-B8D9-1BD760594125}" type="presParOf" srcId="{6112CF3E-8D95-457A-AEAA-83A24468B203}" destId="{E7804FCE-66CD-47A0-986E-990CF21DFF57}" srcOrd="1" destOrd="0" presId="urn:microsoft.com/office/officeart/2018/2/layout/IconCircleList"/>
    <dgm:cxn modelId="{5C065DC1-5F5A-417E-8D85-7CE16F93D424}" type="presParOf" srcId="{6112CF3E-8D95-457A-AEAA-83A24468B203}" destId="{0B35397D-DA89-4117-8687-BB8350C633CB}" srcOrd="2" destOrd="0" presId="urn:microsoft.com/office/officeart/2018/2/layout/IconCircleList"/>
    <dgm:cxn modelId="{8452B68B-62BC-4654-A189-FCECE40CCAEA}" type="presParOf" srcId="{0B35397D-DA89-4117-8687-BB8350C633CB}" destId="{A946E325-DF93-46D7-949F-FAB3E70992EB}" srcOrd="0" destOrd="0" presId="urn:microsoft.com/office/officeart/2018/2/layout/IconCircleList"/>
    <dgm:cxn modelId="{28642F28-2126-4445-9965-5692DDA2F4E7}" type="presParOf" srcId="{0B35397D-DA89-4117-8687-BB8350C633CB}" destId="{3DA3B5AF-3CBB-4FB4-89A9-44D01D53BEF5}" srcOrd="1" destOrd="0" presId="urn:microsoft.com/office/officeart/2018/2/layout/IconCircleList"/>
    <dgm:cxn modelId="{9BDA6008-3637-4AC2-9E7C-8330DF71B524}" type="presParOf" srcId="{0B35397D-DA89-4117-8687-BB8350C633CB}" destId="{D3A3AC6C-6903-4ACC-B2C1-E9C7C9E00AAC}" srcOrd="2" destOrd="0" presId="urn:microsoft.com/office/officeart/2018/2/layout/IconCircleList"/>
    <dgm:cxn modelId="{D7763EBD-B5DF-46A9-B7DC-9B566D95D11F}" type="presParOf" srcId="{0B35397D-DA89-4117-8687-BB8350C633CB}" destId="{903C6B61-27B5-4594-89C9-DDA4039A8ABF}" srcOrd="3" destOrd="0" presId="urn:microsoft.com/office/officeart/2018/2/layout/IconCircleList"/>
    <dgm:cxn modelId="{EAF0DE0C-1B79-4077-8F58-D531E983F918}" type="presParOf" srcId="{6112CF3E-8D95-457A-AEAA-83A24468B203}" destId="{04E60CC3-7DAB-40AA-B120-AE4462B9FA9C}" srcOrd="3" destOrd="0" presId="urn:microsoft.com/office/officeart/2018/2/layout/IconCircleList"/>
    <dgm:cxn modelId="{D05F5A50-624B-4848-A6C0-20C0E8D736C8}" type="presParOf" srcId="{6112CF3E-8D95-457A-AEAA-83A24468B203}" destId="{FF619D40-CF5D-4D48-B923-06CE3B05B010}" srcOrd="4" destOrd="0" presId="urn:microsoft.com/office/officeart/2018/2/layout/IconCircleList"/>
    <dgm:cxn modelId="{AD10F986-EBA6-4E83-9514-73D5934CAB33}" type="presParOf" srcId="{FF619D40-CF5D-4D48-B923-06CE3B05B010}" destId="{896BA9A8-2989-4F63-8C57-E955E8A9EDF6}" srcOrd="0" destOrd="0" presId="urn:microsoft.com/office/officeart/2018/2/layout/IconCircleList"/>
    <dgm:cxn modelId="{25F01CB8-6621-437C-A0C4-30CC8B5D5C02}" type="presParOf" srcId="{FF619D40-CF5D-4D48-B923-06CE3B05B010}" destId="{1350C0C0-00D2-4E39-994D-3AA10B90573A}" srcOrd="1" destOrd="0" presId="urn:microsoft.com/office/officeart/2018/2/layout/IconCircleList"/>
    <dgm:cxn modelId="{27B45026-97B8-488D-B9D3-36021CF85F4F}" type="presParOf" srcId="{FF619D40-CF5D-4D48-B923-06CE3B05B010}" destId="{FBA41C09-BB2C-4640-94E3-A0A3D845DD1A}" srcOrd="2" destOrd="0" presId="urn:microsoft.com/office/officeart/2018/2/layout/IconCircleList"/>
    <dgm:cxn modelId="{CA4E60D8-BF87-41A1-8075-4E3BD368F444}" type="presParOf" srcId="{FF619D40-CF5D-4D48-B923-06CE3B05B010}" destId="{455FE9EA-118E-4284-BCB3-9DD9D544BF6B}" srcOrd="3" destOrd="0" presId="urn:microsoft.com/office/officeart/2018/2/layout/IconCircleList"/>
    <dgm:cxn modelId="{26471D7C-0FEC-4922-BA01-6095DCE09BAB}" type="presParOf" srcId="{6112CF3E-8D95-457A-AEAA-83A24468B203}" destId="{E968EB0D-D26B-4831-B437-8B8EA6F5382C}" srcOrd="5" destOrd="0" presId="urn:microsoft.com/office/officeart/2018/2/layout/IconCircleList"/>
    <dgm:cxn modelId="{5E34B9FB-52B5-4274-899D-EE40C2BBED14}" type="presParOf" srcId="{6112CF3E-8D95-457A-AEAA-83A24468B203}" destId="{31D63983-A566-464E-AECF-72DAF77C5958}" srcOrd="6" destOrd="0" presId="urn:microsoft.com/office/officeart/2018/2/layout/IconCircleList"/>
    <dgm:cxn modelId="{E0CBCFB7-B8B7-4413-8AE6-2A78B89184FE}" type="presParOf" srcId="{31D63983-A566-464E-AECF-72DAF77C5958}" destId="{FC4A307E-A5E8-4640-AC97-55162B6A36AC}" srcOrd="0" destOrd="0" presId="urn:microsoft.com/office/officeart/2018/2/layout/IconCircleList"/>
    <dgm:cxn modelId="{C74A42F2-EF32-4466-BB56-38AE92642CFD}" type="presParOf" srcId="{31D63983-A566-464E-AECF-72DAF77C5958}" destId="{AB211118-5F8C-4AE7-90E2-BEDCB660F4BE}" srcOrd="1" destOrd="0" presId="urn:microsoft.com/office/officeart/2018/2/layout/IconCircleList"/>
    <dgm:cxn modelId="{74602AB8-20FF-4D73-B61C-356333181317}" type="presParOf" srcId="{31D63983-A566-464E-AECF-72DAF77C5958}" destId="{3A8FBEAC-A0A4-4D30-9C72-A16188CABF2A}" srcOrd="2" destOrd="0" presId="urn:microsoft.com/office/officeart/2018/2/layout/IconCircleList"/>
    <dgm:cxn modelId="{695A221B-73BE-4F1B-A451-552740648704}" type="presParOf" srcId="{31D63983-A566-464E-AECF-72DAF77C5958}" destId="{0D502887-A545-4C55-AECD-6AABB2B0CCD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14B655C-61FF-4B6B-90B3-10A1A518AC58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71F0CA8-7EDA-4829-951F-7BB0143EB0DB}">
      <dgm:prSet/>
      <dgm:spPr/>
      <dgm:t>
        <a:bodyPr/>
        <a:lstStyle/>
        <a:p>
          <a:r>
            <a:rPr lang="it-IT"/>
            <a:t>Grafo di esecuzione in cui ogni nodo è un agente con responsabilità definita. </a:t>
          </a:r>
          <a:endParaRPr lang="en-US"/>
        </a:p>
      </dgm:t>
    </dgm:pt>
    <dgm:pt modelId="{26A8500E-23BD-4DE1-83CA-1499C0BFC8D3}" type="parTrans" cxnId="{B21141B7-5671-4A5F-80F8-4B46F55830FC}">
      <dgm:prSet/>
      <dgm:spPr/>
      <dgm:t>
        <a:bodyPr/>
        <a:lstStyle/>
        <a:p>
          <a:endParaRPr lang="en-US"/>
        </a:p>
      </dgm:t>
    </dgm:pt>
    <dgm:pt modelId="{2C83ABDC-901C-4172-BB0F-256779F9C720}" type="sibTrans" cxnId="{B21141B7-5671-4A5F-80F8-4B46F55830FC}">
      <dgm:prSet/>
      <dgm:spPr/>
      <dgm:t>
        <a:bodyPr/>
        <a:lstStyle/>
        <a:p>
          <a:endParaRPr lang="en-US"/>
        </a:p>
      </dgm:t>
    </dgm:pt>
    <dgm:pt modelId="{602A3B16-BDA6-4A3A-9AFF-5C7F9B3419DB}">
      <dgm:prSet/>
      <dgm:spPr/>
      <dgm:t>
        <a:bodyPr/>
        <a:lstStyle/>
        <a:p>
          <a:r>
            <a:rPr lang="it-IT" dirty="0"/>
            <a:t>Nodi collegati da archi che definiscono l'ordine e il flusso di controllo.</a:t>
          </a:r>
          <a:endParaRPr lang="en-US" dirty="0"/>
        </a:p>
      </dgm:t>
    </dgm:pt>
    <dgm:pt modelId="{EF56CFA4-D03B-4382-9564-D803A6A82729}" type="parTrans" cxnId="{DE28BC8F-F845-41D7-A595-EB554D2C781D}">
      <dgm:prSet/>
      <dgm:spPr/>
      <dgm:t>
        <a:bodyPr/>
        <a:lstStyle/>
        <a:p>
          <a:endParaRPr lang="en-US"/>
        </a:p>
      </dgm:t>
    </dgm:pt>
    <dgm:pt modelId="{975B5864-F03B-40E3-B05A-29531AEF5FEF}" type="sibTrans" cxnId="{DE28BC8F-F845-41D7-A595-EB554D2C781D}">
      <dgm:prSet/>
      <dgm:spPr/>
      <dgm:t>
        <a:bodyPr/>
        <a:lstStyle/>
        <a:p>
          <a:endParaRPr lang="en-US"/>
        </a:p>
      </dgm:t>
    </dgm:pt>
    <dgm:pt modelId="{AA8AFA05-F5BF-4752-AC37-3668B4F8A3C3}">
      <dgm:prSet/>
      <dgm:spPr/>
      <dgm:t>
        <a:bodyPr/>
        <a:lstStyle/>
        <a:p>
          <a:r>
            <a:rPr lang="it-IT"/>
            <a:t>Stato condiviso arricchito progressivamente dai vari componenti.</a:t>
          </a:r>
          <a:endParaRPr lang="en-US" dirty="0"/>
        </a:p>
      </dgm:t>
    </dgm:pt>
    <dgm:pt modelId="{1793A531-8000-46A0-A16E-4B997A77C3C3}" type="parTrans" cxnId="{19CA25B2-8C16-4BE6-8A7A-A8E1A8F7AF53}">
      <dgm:prSet/>
      <dgm:spPr/>
      <dgm:t>
        <a:bodyPr/>
        <a:lstStyle/>
        <a:p>
          <a:endParaRPr lang="it-IT"/>
        </a:p>
      </dgm:t>
    </dgm:pt>
    <dgm:pt modelId="{F46527BA-C9D4-4E72-9736-281A248EAE9D}" type="sibTrans" cxnId="{19CA25B2-8C16-4BE6-8A7A-A8E1A8F7AF53}">
      <dgm:prSet/>
      <dgm:spPr/>
      <dgm:t>
        <a:bodyPr/>
        <a:lstStyle/>
        <a:p>
          <a:endParaRPr lang="it-IT"/>
        </a:p>
      </dgm:t>
    </dgm:pt>
    <dgm:pt modelId="{B5518316-1C05-4C1F-88C1-965C3A0CFCC3}">
      <dgm:prSet/>
      <dgm:spPr/>
      <dgm:t>
        <a:bodyPr/>
        <a:lstStyle/>
        <a:p>
          <a:r>
            <a:rPr lang="it-IT" dirty="0"/>
            <a:t>Routing condizionale basato su criteri (es. </a:t>
          </a:r>
          <a:r>
            <a:rPr lang="it-IT" dirty="0" err="1"/>
            <a:t>is_relevant</a:t>
          </a:r>
          <a:r>
            <a:rPr lang="it-IT" dirty="0"/>
            <a:t>, </a:t>
          </a:r>
          <a:r>
            <a:rPr lang="it-IT" dirty="0" err="1"/>
            <a:t>query_error</a:t>
          </a:r>
          <a:r>
            <a:rPr lang="it-IT" dirty="0"/>
            <a:t>).</a:t>
          </a:r>
          <a:endParaRPr lang="en-US" dirty="0"/>
        </a:p>
      </dgm:t>
    </dgm:pt>
    <dgm:pt modelId="{73451C00-1923-4242-AE33-03D08324AD3A}" type="parTrans" cxnId="{39F1416D-D6BF-4B5D-B083-39F14BF8FF36}">
      <dgm:prSet/>
      <dgm:spPr/>
      <dgm:t>
        <a:bodyPr/>
        <a:lstStyle/>
        <a:p>
          <a:endParaRPr lang="it-IT"/>
        </a:p>
      </dgm:t>
    </dgm:pt>
    <dgm:pt modelId="{E63557B6-BDFB-41CC-B54F-1AA0A92464E8}" type="sibTrans" cxnId="{39F1416D-D6BF-4B5D-B083-39F14BF8FF36}">
      <dgm:prSet/>
      <dgm:spPr/>
      <dgm:t>
        <a:bodyPr/>
        <a:lstStyle/>
        <a:p>
          <a:endParaRPr lang="it-IT"/>
        </a:p>
      </dgm:t>
    </dgm:pt>
    <dgm:pt modelId="{8CDE015B-D5CD-4348-9D23-B051302CECB5}" type="pres">
      <dgm:prSet presAssocID="{914B655C-61FF-4B6B-90B3-10A1A518AC58}" presName="vert0" presStyleCnt="0">
        <dgm:presLayoutVars>
          <dgm:dir/>
          <dgm:animOne val="branch"/>
          <dgm:animLvl val="lvl"/>
        </dgm:presLayoutVars>
      </dgm:prSet>
      <dgm:spPr/>
    </dgm:pt>
    <dgm:pt modelId="{EA2AA7B7-4809-4B0D-848B-95D83DC51DB5}" type="pres">
      <dgm:prSet presAssocID="{C71F0CA8-7EDA-4829-951F-7BB0143EB0DB}" presName="thickLine" presStyleLbl="alignNode1" presStyleIdx="0" presStyleCnt="4"/>
      <dgm:spPr/>
    </dgm:pt>
    <dgm:pt modelId="{4BB8F95F-B78C-4F41-A9FA-5FE29F4304CA}" type="pres">
      <dgm:prSet presAssocID="{C71F0CA8-7EDA-4829-951F-7BB0143EB0DB}" presName="horz1" presStyleCnt="0"/>
      <dgm:spPr/>
    </dgm:pt>
    <dgm:pt modelId="{F546C100-CB8F-44D5-8AAE-741290F76651}" type="pres">
      <dgm:prSet presAssocID="{C71F0CA8-7EDA-4829-951F-7BB0143EB0DB}" presName="tx1" presStyleLbl="revTx" presStyleIdx="0" presStyleCnt="4"/>
      <dgm:spPr/>
    </dgm:pt>
    <dgm:pt modelId="{D870E192-846E-4F1C-AC0B-BA0C7FFB2191}" type="pres">
      <dgm:prSet presAssocID="{C71F0CA8-7EDA-4829-951F-7BB0143EB0DB}" presName="vert1" presStyleCnt="0"/>
      <dgm:spPr/>
    </dgm:pt>
    <dgm:pt modelId="{212442E8-7B78-487E-8980-9F9594060573}" type="pres">
      <dgm:prSet presAssocID="{602A3B16-BDA6-4A3A-9AFF-5C7F9B3419DB}" presName="thickLine" presStyleLbl="alignNode1" presStyleIdx="1" presStyleCnt="4"/>
      <dgm:spPr/>
    </dgm:pt>
    <dgm:pt modelId="{A35DB430-C127-4F2D-AEF6-BAC10E5F3573}" type="pres">
      <dgm:prSet presAssocID="{602A3B16-BDA6-4A3A-9AFF-5C7F9B3419DB}" presName="horz1" presStyleCnt="0"/>
      <dgm:spPr/>
    </dgm:pt>
    <dgm:pt modelId="{07D1E225-7DB4-4F2D-BCA9-0E96B13512FB}" type="pres">
      <dgm:prSet presAssocID="{602A3B16-BDA6-4A3A-9AFF-5C7F9B3419DB}" presName="tx1" presStyleLbl="revTx" presStyleIdx="1" presStyleCnt="4"/>
      <dgm:spPr/>
    </dgm:pt>
    <dgm:pt modelId="{DF86F36B-B44D-4F20-9A1A-414FABBD6745}" type="pres">
      <dgm:prSet presAssocID="{602A3B16-BDA6-4A3A-9AFF-5C7F9B3419DB}" presName="vert1" presStyleCnt="0"/>
      <dgm:spPr/>
    </dgm:pt>
    <dgm:pt modelId="{829229B4-7DF5-4CE1-9BE5-0D3EE99EE23D}" type="pres">
      <dgm:prSet presAssocID="{B5518316-1C05-4C1F-88C1-965C3A0CFCC3}" presName="thickLine" presStyleLbl="alignNode1" presStyleIdx="2" presStyleCnt="4"/>
      <dgm:spPr/>
    </dgm:pt>
    <dgm:pt modelId="{6D1B8D75-9C32-4DB0-9E79-7CB2909E6FC4}" type="pres">
      <dgm:prSet presAssocID="{B5518316-1C05-4C1F-88C1-965C3A0CFCC3}" presName="horz1" presStyleCnt="0"/>
      <dgm:spPr/>
    </dgm:pt>
    <dgm:pt modelId="{CE6D1E80-A921-43D7-A584-36A4D0360422}" type="pres">
      <dgm:prSet presAssocID="{B5518316-1C05-4C1F-88C1-965C3A0CFCC3}" presName="tx1" presStyleLbl="revTx" presStyleIdx="2" presStyleCnt="4"/>
      <dgm:spPr/>
    </dgm:pt>
    <dgm:pt modelId="{7234240D-241D-4EC7-8F30-FC569F564E5A}" type="pres">
      <dgm:prSet presAssocID="{B5518316-1C05-4C1F-88C1-965C3A0CFCC3}" presName="vert1" presStyleCnt="0"/>
      <dgm:spPr/>
    </dgm:pt>
    <dgm:pt modelId="{51134FC0-AC61-4186-9029-C6CFDE211506}" type="pres">
      <dgm:prSet presAssocID="{AA8AFA05-F5BF-4752-AC37-3668B4F8A3C3}" presName="thickLine" presStyleLbl="alignNode1" presStyleIdx="3" presStyleCnt="4"/>
      <dgm:spPr/>
    </dgm:pt>
    <dgm:pt modelId="{AECCDCF8-F13A-4B0A-8FA2-300BBD832C76}" type="pres">
      <dgm:prSet presAssocID="{AA8AFA05-F5BF-4752-AC37-3668B4F8A3C3}" presName="horz1" presStyleCnt="0"/>
      <dgm:spPr/>
    </dgm:pt>
    <dgm:pt modelId="{9FAD9B6F-F397-4BE2-BBD5-51ED0DA4D606}" type="pres">
      <dgm:prSet presAssocID="{AA8AFA05-F5BF-4752-AC37-3668B4F8A3C3}" presName="tx1" presStyleLbl="revTx" presStyleIdx="3" presStyleCnt="4"/>
      <dgm:spPr/>
    </dgm:pt>
    <dgm:pt modelId="{46F685EA-1AF5-40C3-AFFB-C3E0BD7C446F}" type="pres">
      <dgm:prSet presAssocID="{AA8AFA05-F5BF-4752-AC37-3668B4F8A3C3}" presName="vert1" presStyleCnt="0"/>
      <dgm:spPr/>
    </dgm:pt>
  </dgm:ptLst>
  <dgm:cxnLst>
    <dgm:cxn modelId="{A3241609-DD5C-4959-8B7D-2E1A65D757D0}" type="presOf" srcId="{C71F0CA8-7EDA-4829-951F-7BB0143EB0DB}" destId="{F546C100-CB8F-44D5-8AAE-741290F76651}" srcOrd="0" destOrd="0" presId="urn:microsoft.com/office/officeart/2008/layout/LinedList"/>
    <dgm:cxn modelId="{3D654034-C0A3-4119-93AE-2DDCB9B1443D}" type="presOf" srcId="{602A3B16-BDA6-4A3A-9AFF-5C7F9B3419DB}" destId="{07D1E225-7DB4-4F2D-BCA9-0E96B13512FB}" srcOrd="0" destOrd="0" presId="urn:microsoft.com/office/officeart/2008/layout/LinedList"/>
    <dgm:cxn modelId="{C10FDA68-0F3D-406E-B8F9-1F0C7163EC7B}" type="presOf" srcId="{B5518316-1C05-4C1F-88C1-965C3A0CFCC3}" destId="{CE6D1E80-A921-43D7-A584-36A4D0360422}" srcOrd="0" destOrd="0" presId="urn:microsoft.com/office/officeart/2008/layout/LinedList"/>
    <dgm:cxn modelId="{39F1416D-D6BF-4B5D-B083-39F14BF8FF36}" srcId="{914B655C-61FF-4B6B-90B3-10A1A518AC58}" destId="{B5518316-1C05-4C1F-88C1-965C3A0CFCC3}" srcOrd="2" destOrd="0" parTransId="{73451C00-1923-4242-AE33-03D08324AD3A}" sibTransId="{E63557B6-BDFB-41CC-B54F-1AA0A92464E8}"/>
    <dgm:cxn modelId="{E6B3128A-29AA-47B1-B5E5-01CB19FB042C}" type="presOf" srcId="{AA8AFA05-F5BF-4752-AC37-3668B4F8A3C3}" destId="{9FAD9B6F-F397-4BE2-BBD5-51ED0DA4D606}" srcOrd="0" destOrd="0" presId="urn:microsoft.com/office/officeart/2008/layout/LinedList"/>
    <dgm:cxn modelId="{DE28BC8F-F845-41D7-A595-EB554D2C781D}" srcId="{914B655C-61FF-4B6B-90B3-10A1A518AC58}" destId="{602A3B16-BDA6-4A3A-9AFF-5C7F9B3419DB}" srcOrd="1" destOrd="0" parTransId="{EF56CFA4-D03B-4382-9564-D803A6A82729}" sibTransId="{975B5864-F03B-40E3-B05A-29531AEF5FEF}"/>
    <dgm:cxn modelId="{19CA25B2-8C16-4BE6-8A7A-A8E1A8F7AF53}" srcId="{914B655C-61FF-4B6B-90B3-10A1A518AC58}" destId="{AA8AFA05-F5BF-4752-AC37-3668B4F8A3C3}" srcOrd="3" destOrd="0" parTransId="{1793A531-8000-46A0-A16E-4B997A77C3C3}" sibTransId="{F46527BA-C9D4-4E72-9736-281A248EAE9D}"/>
    <dgm:cxn modelId="{B21141B7-5671-4A5F-80F8-4B46F55830FC}" srcId="{914B655C-61FF-4B6B-90B3-10A1A518AC58}" destId="{C71F0CA8-7EDA-4829-951F-7BB0143EB0DB}" srcOrd="0" destOrd="0" parTransId="{26A8500E-23BD-4DE1-83CA-1499C0BFC8D3}" sibTransId="{2C83ABDC-901C-4172-BB0F-256779F9C720}"/>
    <dgm:cxn modelId="{8DEEE2F7-461D-4843-8FFB-FA60C48DE9E9}" type="presOf" srcId="{914B655C-61FF-4B6B-90B3-10A1A518AC58}" destId="{8CDE015B-D5CD-4348-9D23-B051302CECB5}" srcOrd="0" destOrd="0" presId="urn:microsoft.com/office/officeart/2008/layout/LinedList"/>
    <dgm:cxn modelId="{3E06F0B5-44EC-46C3-BDD8-783FE0BC243C}" type="presParOf" srcId="{8CDE015B-D5CD-4348-9D23-B051302CECB5}" destId="{EA2AA7B7-4809-4B0D-848B-95D83DC51DB5}" srcOrd="0" destOrd="0" presId="urn:microsoft.com/office/officeart/2008/layout/LinedList"/>
    <dgm:cxn modelId="{E5A57CF9-3A38-4087-A6A6-F4908A95280D}" type="presParOf" srcId="{8CDE015B-D5CD-4348-9D23-B051302CECB5}" destId="{4BB8F95F-B78C-4F41-A9FA-5FE29F4304CA}" srcOrd="1" destOrd="0" presId="urn:microsoft.com/office/officeart/2008/layout/LinedList"/>
    <dgm:cxn modelId="{21BE59A2-EC72-46C7-96F0-0A1A8793A1B8}" type="presParOf" srcId="{4BB8F95F-B78C-4F41-A9FA-5FE29F4304CA}" destId="{F546C100-CB8F-44D5-8AAE-741290F76651}" srcOrd="0" destOrd="0" presId="urn:microsoft.com/office/officeart/2008/layout/LinedList"/>
    <dgm:cxn modelId="{62CBD37D-0F78-438C-977E-AD27E5BE4EFC}" type="presParOf" srcId="{4BB8F95F-B78C-4F41-A9FA-5FE29F4304CA}" destId="{D870E192-846E-4F1C-AC0B-BA0C7FFB2191}" srcOrd="1" destOrd="0" presId="urn:microsoft.com/office/officeart/2008/layout/LinedList"/>
    <dgm:cxn modelId="{97C665FB-693C-4A2D-A247-1F52EBEB407B}" type="presParOf" srcId="{8CDE015B-D5CD-4348-9D23-B051302CECB5}" destId="{212442E8-7B78-487E-8980-9F9594060573}" srcOrd="2" destOrd="0" presId="urn:microsoft.com/office/officeart/2008/layout/LinedList"/>
    <dgm:cxn modelId="{2C91B0C6-4321-447F-A89C-5BB72C5EA6E7}" type="presParOf" srcId="{8CDE015B-D5CD-4348-9D23-B051302CECB5}" destId="{A35DB430-C127-4F2D-AEF6-BAC10E5F3573}" srcOrd="3" destOrd="0" presId="urn:microsoft.com/office/officeart/2008/layout/LinedList"/>
    <dgm:cxn modelId="{DA8F50F7-71CE-44CF-8211-8699D025DD07}" type="presParOf" srcId="{A35DB430-C127-4F2D-AEF6-BAC10E5F3573}" destId="{07D1E225-7DB4-4F2D-BCA9-0E96B13512FB}" srcOrd="0" destOrd="0" presId="urn:microsoft.com/office/officeart/2008/layout/LinedList"/>
    <dgm:cxn modelId="{3CE0BF4B-E2D8-4CAE-A4EB-56AFF4C12BE2}" type="presParOf" srcId="{A35DB430-C127-4F2D-AEF6-BAC10E5F3573}" destId="{DF86F36B-B44D-4F20-9A1A-414FABBD6745}" srcOrd="1" destOrd="0" presId="urn:microsoft.com/office/officeart/2008/layout/LinedList"/>
    <dgm:cxn modelId="{D6391F2C-9CE5-40FD-B294-16E1A3F4972D}" type="presParOf" srcId="{8CDE015B-D5CD-4348-9D23-B051302CECB5}" destId="{829229B4-7DF5-4CE1-9BE5-0D3EE99EE23D}" srcOrd="4" destOrd="0" presId="urn:microsoft.com/office/officeart/2008/layout/LinedList"/>
    <dgm:cxn modelId="{60D6AE1D-7097-40EA-B150-022E2FA2B9C5}" type="presParOf" srcId="{8CDE015B-D5CD-4348-9D23-B051302CECB5}" destId="{6D1B8D75-9C32-4DB0-9E79-7CB2909E6FC4}" srcOrd="5" destOrd="0" presId="urn:microsoft.com/office/officeart/2008/layout/LinedList"/>
    <dgm:cxn modelId="{0AE4978B-524C-4B0B-9642-A65A83C0E084}" type="presParOf" srcId="{6D1B8D75-9C32-4DB0-9E79-7CB2909E6FC4}" destId="{CE6D1E80-A921-43D7-A584-36A4D0360422}" srcOrd="0" destOrd="0" presId="urn:microsoft.com/office/officeart/2008/layout/LinedList"/>
    <dgm:cxn modelId="{ECD1BDA6-52B2-4258-8F96-7D1A1CDD0C2A}" type="presParOf" srcId="{6D1B8D75-9C32-4DB0-9E79-7CB2909E6FC4}" destId="{7234240D-241D-4EC7-8F30-FC569F564E5A}" srcOrd="1" destOrd="0" presId="urn:microsoft.com/office/officeart/2008/layout/LinedList"/>
    <dgm:cxn modelId="{4ACEFDC0-D7C9-48E5-898E-380A0DF209A8}" type="presParOf" srcId="{8CDE015B-D5CD-4348-9D23-B051302CECB5}" destId="{51134FC0-AC61-4186-9029-C6CFDE211506}" srcOrd="6" destOrd="0" presId="urn:microsoft.com/office/officeart/2008/layout/LinedList"/>
    <dgm:cxn modelId="{BE386629-D9BF-4C7C-B8D7-A76BFF79AD6A}" type="presParOf" srcId="{8CDE015B-D5CD-4348-9D23-B051302CECB5}" destId="{AECCDCF8-F13A-4B0A-8FA2-300BBD832C76}" srcOrd="7" destOrd="0" presId="urn:microsoft.com/office/officeart/2008/layout/LinedList"/>
    <dgm:cxn modelId="{D9C91CCD-D048-4913-ABCB-221C9EE51E67}" type="presParOf" srcId="{AECCDCF8-F13A-4B0A-8FA2-300BBD832C76}" destId="{9FAD9B6F-F397-4BE2-BBD5-51ED0DA4D606}" srcOrd="0" destOrd="0" presId="urn:microsoft.com/office/officeart/2008/layout/LinedList"/>
    <dgm:cxn modelId="{3C0A178E-0547-409E-ABC1-564C3CC2F838}" type="presParOf" srcId="{AECCDCF8-F13A-4B0A-8FA2-300BBD832C76}" destId="{46F685EA-1AF5-40C3-AFFB-C3E0BD7C446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0FDA57C-8B81-49E5-9E50-3465436A4715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C3701D7-0E2B-41CE-9CCE-B4F5EDFBCC6D}">
      <dgm:prSet/>
      <dgm:spPr/>
      <dgm:t>
        <a:bodyPr/>
        <a:lstStyle/>
        <a:p>
          <a:r>
            <a:rPr lang="it-IT" dirty="0"/>
            <a:t> Risultati soddisfacenti: il sistema risponde correttamente alla maggioranza delle richieste. </a:t>
          </a:r>
          <a:endParaRPr lang="en-US" dirty="0"/>
        </a:p>
      </dgm:t>
    </dgm:pt>
    <dgm:pt modelId="{07F4D976-7F69-412F-9994-7D8DC42823DB}" type="parTrans" cxnId="{FCB60C87-ECB7-4588-80FE-53B94294B992}">
      <dgm:prSet/>
      <dgm:spPr/>
      <dgm:t>
        <a:bodyPr/>
        <a:lstStyle/>
        <a:p>
          <a:endParaRPr lang="en-US"/>
        </a:p>
      </dgm:t>
    </dgm:pt>
    <dgm:pt modelId="{0FA188DF-A88F-4A05-986C-D4CA7000A425}" type="sibTrans" cxnId="{FCB60C87-ECB7-4588-80FE-53B94294B992}">
      <dgm:prSet phldrT="2"/>
      <dgm:spPr/>
      <dgm:t>
        <a:bodyPr/>
        <a:lstStyle/>
        <a:p>
          <a:r>
            <a:rPr lang="en-US" dirty="0"/>
            <a:t>1</a:t>
          </a:r>
        </a:p>
      </dgm:t>
    </dgm:pt>
    <dgm:pt modelId="{58630880-5A8E-4F53-ABDF-8CA47BC625EE}">
      <dgm:prSet/>
      <dgm:spPr/>
      <dgm:t>
        <a:bodyPr/>
        <a:lstStyle/>
        <a:p>
          <a:r>
            <a:rPr lang="it-IT" dirty="0"/>
            <a:t>Criticità: Dipendenza dalla qualità dell’ </a:t>
          </a:r>
          <a:r>
            <a:rPr lang="it-IT" dirty="0" err="1"/>
            <a:t>Embedder</a:t>
          </a:r>
          <a:r>
            <a:rPr lang="it-IT" dirty="0"/>
            <a:t>, LLM, e consumo di token. </a:t>
          </a:r>
          <a:endParaRPr lang="en-US" dirty="0"/>
        </a:p>
      </dgm:t>
    </dgm:pt>
    <dgm:pt modelId="{CD679064-1FD5-472B-9DCA-D17D1D65A4D8}" type="parTrans" cxnId="{ADD0731C-9657-49A9-BED3-9888DC93A276}">
      <dgm:prSet/>
      <dgm:spPr/>
      <dgm:t>
        <a:bodyPr/>
        <a:lstStyle/>
        <a:p>
          <a:endParaRPr lang="en-US"/>
        </a:p>
      </dgm:t>
    </dgm:pt>
    <dgm:pt modelId="{A57A2228-C7FF-4C0D-9224-822661A874BB}" type="sibTrans" cxnId="{ADD0731C-9657-49A9-BED3-9888DC93A276}">
      <dgm:prSet phldrT="3"/>
      <dgm:spPr/>
      <dgm:t>
        <a:bodyPr/>
        <a:lstStyle/>
        <a:p>
          <a:r>
            <a:rPr lang="en-US" dirty="0"/>
            <a:t>2</a:t>
          </a:r>
        </a:p>
      </dgm:t>
    </dgm:pt>
    <dgm:pt modelId="{D6A9D6A3-9EFA-4EBA-82BF-8CE34CF688A0}">
      <dgm:prSet/>
      <dgm:spPr/>
      <dgm:t>
        <a:bodyPr/>
        <a:lstStyle/>
        <a:p>
          <a:r>
            <a:rPr lang="it-IT" dirty="0"/>
            <a:t> Investimento consigliato: Piani premium per contesti di produzione.</a:t>
          </a:r>
          <a:endParaRPr lang="en-US" dirty="0"/>
        </a:p>
      </dgm:t>
    </dgm:pt>
    <dgm:pt modelId="{62271015-1819-487E-BB92-5300BC36A4CB}" type="parTrans" cxnId="{27CEEC91-C6DB-4E48-B9B7-D010B1E67C01}">
      <dgm:prSet/>
      <dgm:spPr/>
      <dgm:t>
        <a:bodyPr/>
        <a:lstStyle/>
        <a:p>
          <a:endParaRPr lang="en-US"/>
        </a:p>
      </dgm:t>
    </dgm:pt>
    <dgm:pt modelId="{5FDC5270-6EB0-4FF4-AB4A-F0A8B13555D3}" type="sibTrans" cxnId="{27CEEC91-C6DB-4E48-B9B7-D010B1E67C01}">
      <dgm:prSet phldrT="4"/>
      <dgm:spPr/>
      <dgm:t>
        <a:bodyPr/>
        <a:lstStyle/>
        <a:p>
          <a:r>
            <a:rPr lang="en-US" dirty="0"/>
            <a:t>3</a:t>
          </a:r>
        </a:p>
      </dgm:t>
    </dgm:pt>
    <dgm:pt modelId="{E2D020DC-8684-41F1-9D8F-951E0DB3400A}" type="pres">
      <dgm:prSet presAssocID="{C0FDA57C-8B81-49E5-9E50-3465436A4715}" presName="Name0" presStyleCnt="0">
        <dgm:presLayoutVars>
          <dgm:animLvl val="lvl"/>
          <dgm:resizeHandles val="exact"/>
        </dgm:presLayoutVars>
      </dgm:prSet>
      <dgm:spPr/>
    </dgm:pt>
    <dgm:pt modelId="{5E06E16B-07A2-4950-B5E8-B6F07745B6A9}" type="pres">
      <dgm:prSet presAssocID="{BC3701D7-0E2B-41CE-9CCE-B4F5EDFBCC6D}" presName="compositeNode" presStyleCnt="0">
        <dgm:presLayoutVars>
          <dgm:bulletEnabled val="1"/>
        </dgm:presLayoutVars>
      </dgm:prSet>
      <dgm:spPr/>
    </dgm:pt>
    <dgm:pt modelId="{6980CE63-FA2C-490F-B351-DDEF9660529F}" type="pres">
      <dgm:prSet presAssocID="{BC3701D7-0E2B-41CE-9CCE-B4F5EDFBCC6D}" presName="bgRect" presStyleLbl="bgAccFollowNode1" presStyleIdx="0" presStyleCnt="3"/>
      <dgm:spPr/>
    </dgm:pt>
    <dgm:pt modelId="{4D8A6F54-2A20-4B62-A9B0-C7840D7265F6}" type="pres">
      <dgm:prSet presAssocID="{0FA188DF-A88F-4A05-986C-D4CA7000A425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4DD839E6-895E-4D29-8607-6AA70AAB6E7D}" type="pres">
      <dgm:prSet presAssocID="{BC3701D7-0E2B-41CE-9CCE-B4F5EDFBCC6D}" presName="bottomLine" presStyleLbl="alignNode1" presStyleIdx="1" presStyleCnt="6">
        <dgm:presLayoutVars/>
      </dgm:prSet>
      <dgm:spPr/>
    </dgm:pt>
    <dgm:pt modelId="{1E552391-0CC7-4942-AF4B-C84DDED01402}" type="pres">
      <dgm:prSet presAssocID="{BC3701D7-0E2B-41CE-9CCE-B4F5EDFBCC6D}" presName="nodeText" presStyleLbl="bgAccFollowNode1" presStyleIdx="0" presStyleCnt="3">
        <dgm:presLayoutVars>
          <dgm:bulletEnabled val="1"/>
        </dgm:presLayoutVars>
      </dgm:prSet>
      <dgm:spPr/>
    </dgm:pt>
    <dgm:pt modelId="{0A547F9B-2EF4-4963-BADA-4CDA36CBA94B}" type="pres">
      <dgm:prSet presAssocID="{0FA188DF-A88F-4A05-986C-D4CA7000A425}" presName="sibTrans" presStyleCnt="0"/>
      <dgm:spPr/>
    </dgm:pt>
    <dgm:pt modelId="{E4A87B6F-702E-401D-B7ED-07F378B1AA04}" type="pres">
      <dgm:prSet presAssocID="{58630880-5A8E-4F53-ABDF-8CA47BC625EE}" presName="compositeNode" presStyleCnt="0">
        <dgm:presLayoutVars>
          <dgm:bulletEnabled val="1"/>
        </dgm:presLayoutVars>
      </dgm:prSet>
      <dgm:spPr/>
    </dgm:pt>
    <dgm:pt modelId="{EEAEC410-1E32-4DC5-91A8-8C1D3434D3A2}" type="pres">
      <dgm:prSet presAssocID="{58630880-5A8E-4F53-ABDF-8CA47BC625EE}" presName="bgRect" presStyleLbl="bgAccFollowNode1" presStyleIdx="1" presStyleCnt="3"/>
      <dgm:spPr/>
    </dgm:pt>
    <dgm:pt modelId="{6D9FE402-5CED-41A3-8C27-97A0E36FE862}" type="pres">
      <dgm:prSet presAssocID="{A57A2228-C7FF-4C0D-9224-822661A874BB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6FC806DA-8136-47C4-882D-FCC7DB85F2CA}" type="pres">
      <dgm:prSet presAssocID="{58630880-5A8E-4F53-ABDF-8CA47BC625EE}" presName="bottomLine" presStyleLbl="alignNode1" presStyleIdx="3" presStyleCnt="6">
        <dgm:presLayoutVars/>
      </dgm:prSet>
      <dgm:spPr/>
    </dgm:pt>
    <dgm:pt modelId="{F2CE2F50-97EF-4A30-89B2-C4AED9AA1561}" type="pres">
      <dgm:prSet presAssocID="{58630880-5A8E-4F53-ABDF-8CA47BC625EE}" presName="nodeText" presStyleLbl="bgAccFollowNode1" presStyleIdx="1" presStyleCnt="3">
        <dgm:presLayoutVars>
          <dgm:bulletEnabled val="1"/>
        </dgm:presLayoutVars>
      </dgm:prSet>
      <dgm:spPr/>
    </dgm:pt>
    <dgm:pt modelId="{E2FF2D8B-3D11-466C-B6DC-D86CD931E807}" type="pres">
      <dgm:prSet presAssocID="{A57A2228-C7FF-4C0D-9224-822661A874BB}" presName="sibTrans" presStyleCnt="0"/>
      <dgm:spPr/>
    </dgm:pt>
    <dgm:pt modelId="{3285278D-6A3C-4BE2-AA01-61F0733EEC49}" type="pres">
      <dgm:prSet presAssocID="{D6A9D6A3-9EFA-4EBA-82BF-8CE34CF688A0}" presName="compositeNode" presStyleCnt="0">
        <dgm:presLayoutVars>
          <dgm:bulletEnabled val="1"/>
        </dgm:presLayoutVars>
      </dgm:prSet>
      <dgm:spPr/>
    </dgm:pt>
    <dgm:pt modelId="{0BE9A662-DF4B-4991-8924-9F644AF317CD}" type="pres">
      <dgm:prSet presAssocID="{D6A9D6A3-9EFA-4EBA-82BF-8CE34CF688A0}" presName="bgRect" presStyleLbl="bgAccFollowNode1" presStyleIdx="2" presStyleCnt="3"/>
      <dgm:spPr/>
    </dgm:pt>
    <dgm:pt modelId="{72DAD88E-D201-42AD-AF39-2E39E32AE842}" type="pres">
      <dgm:prSet presAssocID="{5FDC5270-6EB0-4FF4-AB4A-F0A8B13555D3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87A49868-DD7B-433E-8BEB-3D030C809423}" type="pres">
      <dgm:prSet presAssocID="{D6A9D6A3-9EFA-4EBA-82BF-8CE34CF688A0}" presName="bottomLine" presStyleLbl="alignNode1" presStyleIdx="5" presStyleCnt="6">
        <dgm:presLayoutVars/>
      </dgm:prSet>
      <dgm:spPr/>
    </dgm:pt>
    <dgm:pt modelId="{72E296A7-396F-45A4-9C64-5C043A4DD5A8}" type="pres">
      <dgm:prSet presAssocID="{D6A9D6A3-9EFA-4EBA-82BF-8CE34CF688A0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63239A16-B446-4766-80DD-11677316985B}" type="presOf" srcId="{D6A9D6A3-9EFA-4EBA-82BF-8CE34CF688A0}" destId="{72E296A7-396F-45A4-9C64-5C043A4DD5A8}" srcOrd="1" destOrd="0" presId="urn:microsoft.com/office/officeart/2016/7/layout/BasicLinearProcessNumbered"/>
    <dgm:cxn modelId="{ADD0731C-9657-49A9-BED3-9888DC93A276}" srcId="{C0FDA57C-8B81-49E5-9E50-3465436A4715}" destId="{58630880-5A8E-4F53-ABDF-8CA47BC625EE}" srcOrd="1" destOrd="0" parTransId="{CD679064-1FD5-472B-9DCA-D17D1D65A4D8}" sibTransId="{A57A2228-C7FF-4C0D-9224-822661A874BB}"/>
    <dgm:cxn modelId="{F3CE1135-9332-4495-A5B5-3F61485F3921}" type="presOf" srcId="{BC3701D7-0E2B-41CE-9CCE-B4F5EDFBCC6D}" destId="{1E552391-0CC7-4942-AF4B-C84DDED01402}" srcOrd="1" destOrd="0" presId="urn:microsoft.com/office/officeart/2016/7/layout/BasicLinearProcessNumbered"/>
    <dgm:cxn modelId="{58929146-6D26-4113-B568-0375399F150F}" type="presOf" srcId="{BC3701D7-0E2B-41CE-9CCE-B4F5EDFBCC6D}" destId="{6980CE63-FA2C-490F-B351-DDEF9660529F}" srcOrd="0" destOrd="0" presId="urn:microsoft.com/office/officeart/2016/7/layout/BasicLinearProcessNumbered"/>
    <dgm:cxn modelId="{55CA7C6A-0C6C-4233-A85B-CBF11DC81D77}" type="presOf" srcId="{58630880-5A8E-4F53-ABDF-8CA47BC625EE}" destId="{F2CE2F50-97EF-4A30-89B2-C4AED9AA1561}" srcOrd="1" destOrd="0" presId="urn:microsoft.com/office/officeart/2016/7/layout/BasicLinearProcessNumbered"/>
    <dgm:cxn modelId="{79468880-8A5D-4CF4-B622-773EFCD0B588}" type="presOf" srcId="{58630880-5A8E-4F53-ABDF-8CA47BC625EE}" destId="{EEAEC410-1E32-4DC5-91A8-8C1D3434D3A2}" srcOrd="0" destOrd="0" presId="urn:microsoft.com/office/officeart/2016/7/layout/BasicLinearProcessNumbered"/>
    <dgm:cxn modelId="{FCB60C87-ECB7-4588-80FE-53B94294B992}" srcId="{C0FDA57C-8B81-49E5-9E50-3465436A4715}" destId="{BC3701D7-0E2B-41CE-9CCE-B4F5EDFBCC6D}" srcOrd="0" destOrd="0" parTransId="{07F4D976-7F69-412F-9994-7D8DC42823DB}" sibTransId="{0FA188DF-A88F-4A05-986C-D4CA7000A425}"/>
    <dgm:cxn modelId="{2DD8C28B-C3C0-43F2-AB06-29EE1480E8AC}" type="presOf" srcId="{0FA188DF-A88F-4A05-986C-D4CA7000A425}" destId="{4D8A6F54-2A20-4B62-A9B0-C7840D7265F6}" srcOrd="0" destOrd="0" presId="urn:microsoft.com/office/officeart/2016/7/layout/BasicLinearProcessNumbered"/>
    <dgm:cxn modelId="{27CEEC91-C6DB-4E48-B9B7-D010B1E67C01}" srcId="{C0FDA57C-8B81-49E5-9E50-3465436A4715}" destId="{D6A9D6A3-9EFA-4EBA-82BF-8CE34CF688A0}" srcOrd="2" destOrd="0" parTransId="{62271015-1819-487E-BB92-5300BC36A4CB}" sibTransId="{5FDC5270-6EB0-4FF4-AB4A-F0A8B13555D3}"/>
    <dgm:cxn modelId="{0F0A8F99-3E94-4D0A-B1B5-E7157EDB65DA}" type="presOf" srcId="{A57A2228-C7FF-4C0D-9224-822661A874BB}" destId="{6D9FE402-5CED-41A3-8C27-97A0E36FE862}" srcOrd="0" destOrd="0" presId="urn:microsoft.com/office/officeart/2016/7/layout/BasicLinearProcessNumbered"/>
    <dgm:cxn modelId="{463DA5C1-D49D-4D89-BF43-2781FB42AF43}" type="presOf" srcId="{D6A9D6A3-9EFA-4EBA-82BF-8CE34CF688A0}" destId="{0BE9A662-DF4B-4991-8924-9F644AF317CD}" srcOrd="0" destOrd="0" presId="urn:microsoft.com/office/officeart/2016/7/layout/BasicLinearProcessNumbered"/>
    <dgm:cxn modelId="{1DF496C5-4246-43C4-A40F-7B26EF44EE9F}" type="presOf" srcId="{5FDC5270-6EB0-4FF4-AB4A-F0A8B13555D3}" destId="{72DAD88E-D201-42AD-AF39-2E39E32AE842}" srcOrd="0" destOrd="0" presId="urn:microsoft.com/office/officeart/2016/7/layout/BasicLinearProcessNumbered"/>
    <dgm:cxn modelId="{EBB451CC-3423-4EC5-837F-30F63DC683B4}" type="presOf" srcId="{C0FDA57C-8B81-49E5-9E50-3465436A4715}" destId="{E2D020DC-8684-41F1-9D8F-951E0DB3400A}" srcOrd="0" destOrd="0" presId="urn:microsoft.com/office/officeart/2016/7/layout/BasicLinearProcessNumbered"/>
    <dgm:cxn modelId="{FD2A3FE3-1A09-4210-BBF4-30AA711C9097}" type="presParOf" srcId="{E2D020DC-8684-41F1-9D8F-951E0DB3400A}" destId="{5E06E16B-07A2-4950-B5E8-B6F07745B6A9}" srcOrd="0" destOrd="0" presId="urn:microsoft.com/office/officeart/2016/7/layout/BasicLinearProcessNumbered"/>
    <dgm:cxn modelId="{72BF6E4F-7919-4BB1-A928-46020C9170C1}" type="presParOf" srcId="{5E06E16B-07A2-4950-B5E8-B6F07745B6A9}" destId="{6980CE63-FA2C-490F-B351-DDEF9660529F}" srcOrd="0" destOrd="0" presId="urn:microsoft.com/office/officeart/2016/7/layout/BasicLinearProcessNumbered"/>
    <dgm:cxn modelId="{91CEC809-0CAC-405F-8A70-E6AD7B82FFBD}" type="presParOf" srcId="{5E06E16B-07A2-4950-B5E8-B6F07745B6A9}" destId="{4D8A6F54-2A20-4B62-A9B0-C7840D7265F6}" srcOrd="1" destOrd="0" presId="urn:microsoft.com/office/officeart/2016/7/layout/BasicLinearProcessNumbered"/>
    <dgm:cxn modelId="{F1C3286A-EFC7-462C-B14E-36ACCE4D59BE}" type="presParOf" srcId="{5E06E16B-07A2-4950-B5E8-B6F07745B6A9}" destId="{4DD839E6-895E-4D29-8607-6AA70AAB6E7D}" srcOrd="2" destOrd="0" presId="urn:microsoft.com/office/officeart/2016/7/layout/BasicLinearProcessNumbered"/>
    <dgm:cxn modelId="{1FE7114D-0964-4403-948C-1E5DB5A3A98E}" type="presParOf" srcId="{5E06E16B-07A2-4950-B5E8-B6F07745B6A9}" destId="{1E552391-0CC7-4942-AF4B-C84DDED01402}" srcOrd="3" destOrd="0" presId="urn:microsoft.com/office/officeart/2016/7/layout/BasicLinearProcessNumbered"/>
    <dgm:cxn modelId="{61E8CC0B-45ED-443C-B623-9F433E37889A}" type="presParOf" srcId="{E2D020DC-8684-41F1-9D8F-951E0DB3400A}" destId="{0A547F9B-2EF4-4963-BADA-4CDA36CBA94B}" srcOrd="1" destOrd="0" presId="urn:microsoft.com/office/officeart/2016/7/layout/BasicLinearProcessNumbered"/>
    <dgm:cxn modelId="{45EA05EC-B7E9-4E38-A6C5-86B89AD738AE}" type="presParOf" srcId="{E2D020DC-8684-41F1-9D8F-951E0DB3400A}" destId="{E4A87B6F-702E-401D-B7ED-07F378B1AA04}" srcOrd="2" destOrd="0" presId="urn:microsoft.com/office/officeart/2016/7/layout/BasicLinearProcessNumbered"/>
    <dgm:cxn modelId="{F86279E0-73FF-4924-9204-FA9D321E1CD7}" type="presParOf" srcId="{E4A87B6F-702E-401D-B7ED-07F378B1AA04}" destId="{EEAEC410-1E32-4DC5-91A8-8C1D3434D3A2}" srcOrd="0" destOrd="0" presId="urn:microsoft.com/office/officeart/2016/7/layout/BasicLinearProcessNumbered"/>
    <dgm:cxn modelId="{7217409F-98CC-4F85-BCB7-EDE13E237A43}" type="presParOf" srcId="{E4A87B6F-702E-401D-B7ED-07F378B1AA04}" destId="{6D9FE402-5CED-41A3-8C27-97A0E36FE862}" srcOrd="1" destOrd="0" presId="urn:microsoft.com/office/officeart/2016/7/layout/BasicLinearProcessNumbered"/>
    <dgm:cxn modelId="{04C71649-55BE-40C3-B701-F5EBA4221599}" type="presParOf" srcId="{E4A87B6F-702E-401D-B7ED-07F378B1AA04}" destId="{6FC806DA-8136-47C4-882D-FCC7DB85F2CA}" srcOrd="2" destOrd="0" presId="urn:microsoft.com/office/officeart/2016/7/layout/BasicLinearProcessNumbered"/>
    <dgm:cxn modelId="{C9069637-C1F3-4778-9108-6F10C227B617}" type="presParOf" srcId="{E4A87B6F-702E-401D-B7ED-07F378B1AA04}" destId="{F2CE2F50-97EF-4A30-89B2-C4AED9AA1561}" srcOrd="3" destOrd="0" presId="urn:microsoft.com/office/officeart/2016/7/layout/BasicLinearProcessNumbered"/>
    <dgm:cxn modelId="{3D130BA7-D035-4B97-AFB9-C20D6D02258E}" type="presParOf" srcId="{E2D020DC-8684-41F1-9D8F-951E0DB3400A}" destId="{E2FF2D8B-3D11-466C-B6DC-D86CD931E807}" srcOrd="3" destOrd="0" presId="urn:microsoft.com/office/officeart/2016/7/layout/BasicLinearProcessNumbered"/>
    <dgm:cxn modelId="{E99E88B7-A177-4BCE-BFA8-42E85A6E965B}" type="presParOf" srcId="{E2D020DC-8684-41F1-9D8F-951E0DB3400A}" destId="{3285278D-6A3C-4BE2-AA01-61F0733EEC49}" srcOrd="4" destOrd="0" presId="urn:microsoft.com/office/officeart/2016/7/layout/BasicLinearProcessNumbered"/>
    <dgm:cxn modelId="{3A87EDB6-A750-4A41-BA56-C010466432E8}" type="presParOf" srcId="{3285278D-6A3C-4BE2-AA01-61F0733EEC49}" destId="{0BE9A662-DF4B-4991-8924-9F644AF317CD}" srcOrd="0" destOrd="0" presId="urn:microsoft.com/office/officeart/2016/7/layout/BasicLinearProcessNumbered"/>
    <dgm:cxn modelId="{0463F5E9-CD08-4A24-A3C7-14BF5C690602}" type="presParOf" srcId="{3285278D-6A3C-4BE2-AA01-61F0733EEC49}" destId="{72DAD88E-D201-42AD-AF39-2E39E32AE842}" srcOrd="1" destOrd="0" presId="urn:microsoft.com/office/officeart/2016/7/layout/BasicLinearProcessNumbered"/>
    <dgm:cxn modelId="{210002DD-92D0-4444-AC7A-8A9D662A5FE9}" type="presParOf" srcId="{3285278D-6A3C-4BE2-AA01-61F0733EEC49}" destId="{87A49868-DD7B-433E-8BEB-3D030C809423}" srcOrd="2" destOrd="0" presId="urn:microsoft.com/office/officeart/2016/7/layout/BasicLinearProcessNumbered"/>
    <dgm:cxn modelId="{2483B34D-B879-40E1-92EE-B475C6EC5798}" type="presParOf" srcId="{3285278D-6A3C-4BE2-AA01-61F0733EEC49}" destId="{72E296A7-396F-45A4-9C64-5C043A4DD5A8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4B056C-5733-457D-BCAF-AC00A67EE793}">
      <dsp:nvSpPr>
        <dsp:cNvPr id="0" name=""/>
        <dsp:cNvSpPr/>
      </dsp:nvSpPr>
      <dsp:spPr>
        <a:xfrm>
          <a:off x="0" y="0"/>
          <a:ext cx="1035367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6A0672E-54DC-4C48-BE25-56B2D75789B5}">
      <dsp:nvSpPr>
        <dsp:cNvPr id="0" name=""/>
        <dsp:cNvSpPr/>
      </dsp:nvSpPr>
      <dsp:spPr>
        <a:xfrm>
          <a:off x="0" y="0"/>
          <a:ext cx="10353675" cy="825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Ridurre</a:t>
          </a:r>
          <a:r>
            <a:rPr lang="en-US" sz="2200" kern="1200" dirty="0"/>
            <a:t> la </a:t>
          </a:r>
          <a:r>
            <a:rPr lang="en-US" sz="2200" kern="1200" dirty="0" err="1"/>
            <a:t>dipendenza</a:t>
          </a:r>
          <a:r>
            <a:rPr lang="en-US" sz="2200" kern="1200" dirty="0"/>
            <a:t> da </a:t>
          </a:r>
          <a:r>
            <a:rPr lang="en-US" sz="2200" kern="1200" dirty="0" err="1"/>
            <a:t>competenze</a:t>
          </a:r>
          <a:r>
            <a:rPr lang="en-US" sz="2200" kern="1200" dirty="0"/>
            <a:t> </a:t>
          </a:r>
          <a:r>
            <a:rPr lang="en-US" sz="2200" kern="1200" dirty="0" err="1"/>
            <a:t>tecniche</a:t>
          </a:r>
          <a:r>
            <a:rPr lang="en-US" sz="2200" kern="1200" dirty="0"/>
            <a:t> </a:t>
          </a:r>
          <a:r>
            <a:rPr lang="en-US" sz="2200" kern="1200" dirty="0" err="1"/>
            <a:t>avanzate</a:t>
          </a:r>
          <a:r>
            <a:rPr lang="en-US" sz="2200" kern="1200" dirty="0"/>
            <a:t> per </a:t>
          </a:r>
          <a:r>
            <a:rPr lang="en-US" sz="2200" kern="1200" dirty="0" err="1"/>
            <a:t>l’analisi</a:t>
          </a:r>
          <a:r>
            <a:rPr lang="en-US" sz="2200" kern="1200" dirty="0"/>
            <a:t> </a:t>
          </a:r>
          <a:r>
            <a:rPr lang="en-US" sz="2200" kern="1200" dirty="0" err="1"/>
            <a:t>dei</a:t>
          </a:r>
          <a:r>
            <a:rPr lang="en-US" sz="2200" kern="1200" dirty="0"/>
            <a:t> </a:t>
          </a:r>
          <a:r>
            <a:rPr lang="en-US" sz="2200" kern="1200" dirty="0" err="1"/>
            <a:t>dati</a:t>
          </a:r>
          <a:r>
            <a:rPr lang="en-US" sz="2200" kern="1200" dirty="0"/>
            <a:t>.</a:t>
          </a:r>
        </a:p>
      </dsp:txBody>
      <dsp:txXfrm>
        <a:off x="0" y="0"/>
        <a:ext cx="10353675" cy="825971"/>
      </dsp:txXfrm>
    </dsp:sp>
    <dsp:sp modelId="{C60A37B3-31E0-4ABD-B8D0-6F0FB8064983}">
      <dsp:nvSpPr>
        <dsp:cNvPr id="0" name=""/>
        <dsp:cNvSpPr/>
      </dsp:nvSpPr>
      <dsp:spPr>
        <a:xfrm>
          <a:off x="0" y="825971"/>
          <a:ext cx="1035367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C630E4-2BB1-4143-BFDA-C53AF444F350}">
      <dsp:nvSpPr>
        <dsp:cNvPr id="0" name=""/>
        <dsp:cNvSpPr/>
      </dsp:nvSpPr>
      <dsp:spPr>
        <a:xfrm>
          <a:off x="0" y="825971"/>
          <a:ext cx="10353675" cy="825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/>
            <a:t> Traduzione di linguaggio naturale in query SQL eseguibile.</a:t>
          </a:r>
          <a:endParaRPr lang="en-US" sz="2200" kern="1200" dirty="0"/>
        </a:p>
      </dsp:txBody>
      <dsp:txXfrm>
        <a:off x="0" y="825971"/>
        <a:ext cx="10353675" cy="825971"/>
      </dsp:txXfrm>
    </dsp:sp>
    <dsp:sp modelId="{D7BE8633-D517-4AFE-A7FB-3458FD868256}">
      <dsp:nvSpPr>
        <dsp:cNvPr id="0" name=""/>
        <dsp:cNvSpPr/>
      </dsp:nvSpPr>
      <dsp:spPr>
        <a:xfrm>
          <a:off x="0" y="1651943"/>
          <a:ext cx="1035367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9DD7F13-665C-43AE-81E1-9462992E1B20}">
      <dsp:nvSpPr>
        <dsp:cNvPr id="0" name=""/>
        <dsp:cNvSpPr/>
      </dsp:nvSpPr>
      <dsp:spPr>
        <a:xfrm>
          <a:off x="0" y="1651943"/>
          <a:ext cx="10353675" cy="825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/>
            <a:t>Progettare una pipeline basta su modelli LLM.</a:t>
          </a:r>
        </a:p>
      </dsp:txBody>
      <dsp:txXfrm>
        <a:off x="0" y="1651943"/>
        <a:ext cx="10353675" cy="825971"/>
      </dsp:txXfrm>
    </dsp:sp>
    <dsp:sp modelId="{054B6DFA-C57F-425E-A685-C8F199A833F7}">
      <dsp:nvSpPr>
        <dsp:cNvPr id="0" name=""/>
        <dsp:cNvSpPr/>
      </dsp:nvSpPr>
      <dsp:spPr>
        <a:xfrm>
          <a:off x="0" y="2477915"/>
          <a:ext cx="1035367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8E9A6A-74EB-4249-A81D-2A0F3523E41A}">
      <dsp:nvSpPr>
        <dsp:cNvPr id="0" name=""/>
        <dsp:cNvSpPr/>
      </dsp:nvSpPr>
      <dsp:spPr>
        <a:xfrm>
          <a:off x="0" y="2477915"/>
          <a:ext cx="10353675" cy="825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Progettare un sistema modulare e estendibile.</a:t>
          </a:r>
          <a:endParaRPr lang="it-IT" sz="2200" kern="1200" dirty="0"/>
        </a:p>
      </dsp:txBody>
      <dsp:txXfrm>
        <a:off x="0" y="2477915"/>
        <a:ext cx="10353675" cy="8259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96D13A-5031-47C2-A0A1-8AA86B2BA013}">
      <dsp:nvSpPr>
        <dsp:cNvPr id="0" name=""/>
        <dsp:cNvSpPr/>
      </dsp:nvSpPr>
      <dsp:spPr>
        <a:xfrm>
          <a:off x="3033" y="0"/>
          <a:ext cx="2406420" cy="330388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614" tIns="330200" rIns="187614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Richieste testuali degli utenti ambigue o fuori contesto.</a:t>
          </a:r>
        </a:p>
      </dsp:txBody>
      <dsp:txXfrm>
        <a:off x="3033" y="1255477"/>
        <a:ext cx="2406420" cy="1982332"/>
      </dsp:txXfrm>
    </dsp:sp>
    <dsp:sp modelId="{00DAEB33-2837-479E-A045-76DEF4694537}">
      <dsp:nvSpPr>
        <dsp:cNvPr id="0" name=""/>
        <dsp:cNvSpPr/>
      </dsp:nvSpPr>
      <dsp:spPr>
        <a:xfrm>
          <a:off x="710660" y="330388"/>
          <a:ext cx="991166" cy="991166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275" tIns="12700" rIns="77275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800" kern="1200"/>
            <a:t>1</a:t>
          </a:r>
        </a:p>
      </dsp:txBody>
      <dsp:txXfrm>
        <a:off x="855813" y="475541"/>
        <a:ext cx="700860" cy="700860"/>
      </dsp:txXfrm>
    </dsp:sp>
    <dsp:sp modelId="{254E0402-76DB-48D1-AD99-F915D27840A7}">
      <dsp:nvSpPr>
        <dsp:cNvPr id="0" name=""/>
        <dsp:cNvSpPr/>
      </dsp:nvSpPr>
      <dsp:spPr>
        <a:xfrm>
          <a:off x="3033" y="3303816"/>
          <a:ext cx="2406420" cy="7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E83EBA-24AF-4444-901E-22CAAC939477}">
      <dsp:nvSpPr>
        <dsp:cNvPr id="0" name=""/>
        <dsp:cNvSpPr/>
      </dsp:nvSpPr>
      <dsp:spPr>
        <a:xfrm>
          <a:off x="2650095" y="0"/>
          <a:ext cx="2406420" cy="330388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614" tIns="330200" rIns="187614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Generare query SQL coerenti con lo schema e il significato dei dati.</a:t>
          </a:r>
        </a:p>
      </dsp:txBody>
      <dsp:txXfrm>
        <a:off x="2650095" y="1255477"/>
        <a:ext cx="2406420" cy="1982332"/>
      </dsp:txXfrm>
    </dsp:sp>
    <dsp:sp modelId="{0A513861-B4D7-4641-936D-783ED5C93BDD}">
      <dsp:nvSpPr>
        <dsp:cNvPr id="0" name=""/>
        <dsp:cNvSpPr/>
      </dsp:nvSpPr>
      <dsp:spPr>
        <a:xfrm>
          <a:off x="3357722" y="330388"/>
          <a:ext cx="991166" cy="991166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275" tIns="12700" rIns="77275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800" kern="1200"/>
            <a:t>2</a:t>
          </a:r>
        </a:p>
      </dsp:txBody>
      <dsp:txXfrm>
        <a:off x="3502875" y="475541"/>
        <a:ext cx="700860" cy="700860"/>
      </dsp:txXfrm>
    </dsp:sp>
    <dsp:sp modelId="{B8434D0F-8A29-49E3-AF2E-8843BD778529}">
      <dsp:nvSpPr>
        <dsp:cNvPr id="0" name=""/>
        <dsp:cNvSpPr/>
      </dsp:nvSpPr>
      <dsp:spPr>
        <a:xfrm>
          <a:off x="2650095" y="3303816"/>
          <a:ext cx="2406420" cy="7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D8F561-F0E8-45D2-B21A-2F38E5E0D537}">
      <dsp:nvSpPr>
        <dsp:cNvPr id="0" name=""/>
        <dsp:cNvSpPr/>
      </dsp:nvSpPr>
      <dsp:spPr>
        <a:xfrm>
          <a:off x="5297158" y="0"/>
          <a:ext cx="2406420" cy="330388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614" tIns="330200" rIns="187614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Validare ed eseguire automaticamente le query generate.</a:t>
          </a:r>
          <a:endParaRPr lang="it-IT" sz="1900" kern="1200" dirty="0"/>
        </a:p>
      </dsp:txBody>
      <dsp:txXfrm>
        <a:off x="5297158" y="1255477"/>
        <a:ext cx="2406420" cy="1982332"/>
      </dsp:txXfrm>
    </dsp:sp>
    <dsp:sp modelId="{FC84C5FF-42CF-46A2-BC33-12B8DAA51079}">
      <dsp:nvSpPr>
        <dsp:cNvPr id="0" name=""/>
        <dsp:cNvSpPr/>
      </dsp:nvSpPr>
      <dsp:spPr>
        <a:xfrm>
          <a:off x="6004785" y="330388"/>
          <a:ext cx="991166" cy="991166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275" tIns="12700" rIns="77275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800" kern="1200"/>
            <a:t>3</a:t>
          </a:r>
        </a:p>
      </dsp:txBody>
      <dsp:txXfrm>
        <a:off x="6149938" y="475541"/>
        <a:ext cx="700860" cy="700860"/>
      </dsp:txXfrm>
    </dsp:sp>
    <dsp:sp modelId="{377A2F9D-2BA3-40A9-BF5F-E9B6BADBE07F}">
      <dsp:nvSpPr>
        <dsp:cNvPr id="0" name=""/>
        <dsp:cNvSpPr/>
      </dsp:nvSpPr>
      <dsp:spPr>
        <a:xfrm>
          <a:off x="5297158" y="3303816"/>
          <a:ext cx="2406420" cy="7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6587402-4392-459C-85A8-F7469FC6823A}">
      <dsp:nvSpPr>
        <dsp:cNvPr id="0" name=""/>
        <dsp:cNvSpPr/>
      </dsp:nvSpPr>
      <dsp:spPr>
        <a:xfrm>
          <a:off x="7944221" y="0"/>
          <a:ext cx="2406420" cy="330388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614" tIns="330200" rIns="187614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Gestione robusta degli errori sintattici.</a:t>
          </a:r>
        </a:p>
      </dsp:txBody>
      <dsp:txXfrm>
        <a:off x="7944221" y="1255477"/>
        <a:ext cx="2406420" cy="1982332"/>
      </dsp:txXfrm>
    </dsp:sp>
    <dsp:sp modelId="{48A1076C-C70E-4464-BF28-0181D142B8AD}">
      <dsp:nvSpPr>
        <dsp:cNvPr id="0" name=""/>
        <dsp:cNvSpPr/>
      </dsp:nvSpPr>
      <dsp:spPr>
        <a:xfrm>
          <a:off x="8651848" y="330388"/>
          <a:ext cx="991166" cy="991166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275" tIns="12700" rIns="77275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800" kern="1200"/>
            <a:t>4</a:t>
          </a:r>
        </a:p>
      </dsp:txBody>
      <dsp:txXfrm>
        <a:off x="8797001" y="475541"/>
        <a:ext cx="700860" cy="700860"/>
      </dsp:txXfrm>
    </dsp:sp>
    <dsp:sp modelId="{ED733D8C-2810-4AF9-9572-D4A0555118C6}">
      <dsp:nvSpPr>
        <dsp:cNvPr id="0" name=""/>
        <dsp:cNvSpPr/>
      </dsp:nvSpPr>
      <dsp:spPr>
        <a:xfrm>
          <a:off x="7944221" y="3303816"/>
          <a:ext cx="2406420" cy="7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028162-7090-4C6C-B2D3-1B195BFB2B2A}">
      <dsp:nvSpPr>
        <dsp:cNvPr id="0" name=""/>
        <dsp:cNvSpPr/>
      </dsp:nvSpPr>
      <dsp:spPr>
        <a:xfrm>
          <a:off x="184883" y="50168"/>
          <a:ext cx="1321746" cy="13217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697274-3F75-4AD5-99BE-B418DEA8625D}">
      <dsp:nvSpPr>
        <dsp:cNvPr id="0" name=""/>
        <dsp:cNvSpPr/>
      </dsp:nvSpPr>
      <dsp:spPr>
        <a:xfrm>
          <a:off x="462450" y="327735"/>
          <a:ext cx="766613" cy="7666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C385A-078F-4D3A-AE06-95C2FF27043F}">
      <dsp:nvSpPr>
        <dsp:cNvPr id="0" name=""/>
        <dsp:cNvSpPr/>
      </dsp:nvSpPr>
      <dsp:spPr>
        <a:xfrm>
          <a:off x="1789861" y="50168"/>
          <a:ext cx="3115545" cy="1321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/>
            <a:t>Utilizzo di </a:t>
          </a:r>
          <a:r>
            <a:rPr lang="it-IT" sz="2200" kern="1200" dirty="0" err="1"/>
            <a:t>ClickHouse</a:t>
          </a:r>
          <a:r>
            <a:rPr lang="it-IT" sz="2200" kern="1200" dirty="0"/>
            <a:t>, DBMS colonnare per scenari OLAP.</a:t>
          </a:r>
          <a:endParaRPr lang="en-US" sz="2200" kern="1200" dirty="0"/>
        </a:p>
      </dsp:txBody>
      <dsp:txXfrm>
        <a:off x="1789861" y="50168"/>
        <a:ext cx="3115545" cy="1321746"/>
      </dsp:txXfrm>
    </dsp:sp>
    <dsp:sp modelId="{A946E325-DF93-46D7-949F-FAB3E70992EB}">
      <dsp:nvSpPr>
        <dsp:cNvPr id="0" name=""/>
        <dsp:cNvSpPr/>
      </dsp:nvSpPr>
      <dsp:spPr>
        <a:xfrm>
          <a:off x="5448267" y="50168"/>
          <a:ext cx="1321746" cy="13217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A3B5AF-3CBB-4FB4-89A9-44D01D53BEF5}">
      <dsp:nvSpPr>
        <dsp:cNvPr id="0" name=""/>
        <dsp:cNvSpPr/>
      </dsp:nvSpPr>
      <dsp:spPr>
        <a:xfrm>
          <a:off x="5725834" y="327735"/>
          <a:ext cx="766613" cy="7666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3C6B61-27B5-4594-89C9-DDA4039A8ABF}">
      <dsp:nvSpPr>
        <dsp:cNvPr id="0" name=""/>
        <dsp:cNvSpPr/>
      </dsp:nvSpPr>
      <dsp:spPr>
        <a:xfrm>
          <a:off x="7053245" y="50168"/>
          <a:ext cx="3115545" cy="1321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/>
            <a:t>Unica tabella '</a:t>
          </a:r>
          <a:r>
            <a:rPr lang="it-IT" sz="2200" kern="1200" dirty="0" err="1"/>
            <a:t>sales_data</a:t>
          </a:r>
          <a:r>
            <a:rPr lang="it-IT" sz="2200" kern="1200" dirty="0"/>
            <a:t>' composta da 41 colonne relative ai dati scontrino.</a:t>
          </a:r>
          <a:endParaRPr lang="en-US" sz="2200" kern="1200" dirty="0"/>
        </a:p>
      </dsp:txBody>
      <dsp:txXfrm>
        <a:off x="7053245" y="50168"/>
        <a:ext cx="3115545" cy="1321746"/>
      </dsp:txXfrm>
    </dsp:sp>
    <dsp:sp modelId="{896BA9A8-2989-4F63-8C57-E955E8A9EDF6}">
      <dsp:nvSpPr>
        <dsp:cNvPr id="0" name=""/>
        <dsp:cNvSpPr/>
      </dsp:nvSpPr>
      <dsp:spPr>
        <a:xfrm>
          <a:off x="184883" y="1933904"/>
          <a:ext cx="1321746" cy="13217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50C0C0-00D2-4E39-994D-3AA10B90573A}">
      <dsp:nvSpPr>
        <dsp:cNvPr id="0" name=""/>
        <dsp:cNvSpPr/>
      </dsp:nvSpPr>
      <dsp:spPr>
        <a:xfrm>
          <a:off x="462450" y="2211471"/>
          <a:ext cx="766613" cy="7666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FE9EA-118E-4284-BCB3-9DD9D544BF6B}">
      <dsp:nvSpPr>
        <dsp:cNvPr id="0" name=""/>
        <dsp:cNvSpPr/>
      </dsp:nvSpPr>
      <dsp:spPr>
        <a:xfrm>
          <a:off x="1789861" y="1933904"/>
          <a:ext cx="3115545" cy="1321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/>
            <a:t>Ogni riga corrisponde a un singolo prodotto scansionato.</a:t>
          </a:r>
          <a:endParaRPr lang="en-US" sz="2200" kern="1200" dirty="0"/>
        </a:p>
      </dsp:txBody>
      <dsp:txXfrm>
        <a:off x="1789861" y="1933904"/>
        <a:ext cx="3115545" cy="1321746"/>
      </dsp:txXfrm>
    </dsp:sp>
    <dsp:sp modelId="{FC4A307E-A5E8-4640-AC97-55162B6A36AC}">
      <dsp:nvSpPr>
        <dsp:cNvPr id="0" name=""/>
        <dsp:cNvSpPr/>
      </dsp:nvSpPr>
      <dsp:spPr>
        <a:xfrm>
          <a:off x="5448267" y="1933904"/>
          <a:ext cx="1321746" cy="13217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211118-5F8C-4AE7-90E2-BEDCB660F4BE}">
      <dsp:nvSpPr>
        <dsp:cNvPr id="0" name=""/>
        <dsp:cNvSpPr/>
      </dsp:nvSpPr>
      <dsp:spPr>
        <a:xfrm>
          <a:off x="5725834" y="2211471"/>
          <a:ext cx="766613" cy="7666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502887-A545-4C55-AECD-6AABB2B0CCD7}">
      <dsp:nvSpPr>
        <dsp:cNvPr id="0" name=""/>
        <dsp:cNvSpPr/>
      </dsp:nvSpPr>
      <dsp:spPr>
        <a:xfrm>
          <a:off x="7053245" y="1933904"/>
          <a:ext cx="3115545" cy="1321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/>
            <a:t>Informazioni su transazione, punto vendita, prodotto, gerarchia merceologica</a:t>
          </a:r>
          <a:endParaRPr lang="en-US" sz="2200" kern="1200" dirty="0"/>
        </a:p>
      </dsp:txBody>
      <dsp:txXfrm>
        <a:off x="7053245" y="1933904"/>
        <a:ext cx="3115545" cy="13217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AA7B7-4809-4B0D-848B-95D83DC51DB5}">
      <dsp:nvSpPr>
        <dsp:cNvPr id="0" name=""/>
        <dsp:cNvSpPr/>
      </dsp:nvSpPr>
      <dsp:spPr>
        <a:xfrm>
          <a:off x="0" y="0"/>
          <a:ext cx="1035367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46C100-CB8F-44D5-8AAE-741290F76651}">
      <dsp:nvSpPr>
        <dsp:cNvPr id="0" name=""/>
        <dsp:cNvSpPr/>
      </dsp:nvSpPr>
      <dsp:spPr>
        <a:xfrm>
          <a:off x="0" y="0"/>
          <a:ext cx="10353675" cy="825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/>
            <a:t>Grafo di esecuzione in cui ogni nodo è un agente con responsabilità definita. </a:t>
          </a:r>
          <a:endParaRPr lang="en-US" sz="2300" kern="1200"/>
        </a:p>
      </dsp:txBody>
      <dsp:txXfrm>
        <a:off x="0" y="0"/>
        <a:ext cx="10353675" cy="825971"/>
      </dsp:txXfrm>
    </dsp:sp>
    <dsp:sp modelId="{212442E8-7B78-487E-8980-9F9594060573}">
      <dsp:nvSpPr>
        <dsp:cNvPr id="0" name=""/>
        <dsp:cNvSpPr/>
      </dsp:nvSpPr>
      <dsp:spPr>
        <a:xfrm>
          <a:off x="0" y="825971"/>
          <a:ext cx="1035367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D1E225-7DB4-4F2D-BCA9-0E96B13512FB}">
      <dsp:nvSpPr>
        <dsp:cNvPr id="0" name=""/>
        <dsp:cNvSpPr/>
      </dsp:nvSpPr>
      <dsp:spPr>
        <a:xfrm>
          <a:off x="0" y="825971"/>
          <a:ext cx="10353675" cy="825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/>
            <a:t>Nodi collegati da archi che definiscono l'ordine e il flusso di controllo.</a:t>
          </a:r>
          <a:endParaRPr lang="en-US" sz="2300" kern="1200" dirty="0"/>
        </a:p>
      </dsp:txBody>
      <dsp:txXfrm>
        <a:off x="0" y="825971"/>
        <a:ext cx="10353675" cy="825971"/>
      </dsp:txXfrm>
    </dsp:sp>
    <dsp:sp modelId="{829229B4-7DF5-4CE1-9BE5-0D3EE99EE23D}">
      <dsp:nvSpPr>
        <dsp:cNvPr id="0" name=""/>
        <dsp:cNvSpPr/>
      </dsp:nvSpPr>
      <dsp:spPr>
        <a:xfrm>
          <a:off x="0" y="1651943"/>
          <a:ext cx="1035367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E6D1E80-A921-43D7-A584-36A4D0360422}">
      <dsp:nvSpPr>
        <dsp:cNvPr id="0" name=""/>
        <dsp:cNvSpPr/>
      </dsp:nvSpPr>
      <dsp:spPr>
        <a:xfrm>
          <a:off x="0" y="1651943"/>
          <a:ext cx="10353675" cy="825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/>
            <a:t>Routing condizionale basato su criteri (es. </a:t>
          </a:r>
          <a:r>
            <a:rPr lang="it-IT" sz="2300" kern="1200" dirty="0" err="1"/>
            <a:t>is_relevant</a:t>
          </a:r>
          <a:r>
            <a:rPr lang="it-IT" sz="2300" kern="1200" dirty="0"/>
            <a:t>, </a:t>
          </a:r>
          <a:r>
            <a:rPr lang="it-IT" sz="2300" kern="1200" dirty="0" err="1"/>
            <a:t>query_error</a:t>
          </a:r>
          <a:r>
            <a:rPr lang="it-IT" sz="2300" kern="1200" dirty="0"/>
            <a:t>).</a:t>
          </a:r>
          <a:endParaRPr lang="en-US" sz="2300" kern="1200" dirty="0"/>
        </a:p>
      </dsp:txBody>
      <dsp:txXfrm>
        <a:off x="0" y="1651943"/>
        <a:ext cx="10353675" cy="825971"/>
      </dsp:txXfrm>
    </dsp:sp>
    <dsp:sp modelId="{51134FC0-AC61-4186-9029-C6CFDE211506}">
      <dsp:nvSpPr>
        <dsp:cNvPr id="0" name=""/>
        <dsp:cNvSpPr/>
      </dsp:nvSpPr>
      <dsp:spPr>
        <a:xfrm>
          <a:off x="0" y="2477915"/>
          <a:ext cx="1035367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AD9B6F-F397-4BE2-BBD5-51ED0DA4D606}">
      <dsp:nvSpPr>
        <dsp:cNvPr id="0" name=""/>
        <dsp:cNvSpPr/>
      </dsp:nvSpPr>
      <dsp:spPr>
        <a:xfrm>
          <a:off x="0" y="2477915"/>
          <a:ext cx="10353675" cy="825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/>
            <a:t>Stato condiviso arricchito progressivamente dai vari componenti.</a:t>
          </a:r>
          <a:endParaRPr lang="en-US" sz="2300" kern="1200" dirty="0"/>
        </a:p>
      </dsp:txBody>
      <dsp:txXfrm>
        <a:off x="0" y="2477915"/>
        <a:ext cx="10353675" cy="8259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80CE63-FA2C-490F-B351-DDEF9660529F}">
      <dsp:nvSpPr>
        <dsp:cNvPr id="0" name=""/>
        <dsp:cNvSpPr/>
      </dsp:nvSpPr>
      <dsp:spPr>
        <a:xfrm>
          <a:off x="0" y="0"/>
          <a:ext cx="3235523" cy="330388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254" tIns="330200" rIns="252254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 Risultati soddisfacenti: il sistema risponde correttamente alla maggioranza delle richieste. </a:t>
          </a:r>
          <a:endParaRPr lang="en-US" sz="1900" kern="1200" dirty="0"/>
        </a:p>
      </dsp:txBody>
      <dsp:txXfrm>
        <a:off x="0" y="1255477"/>
        <a:ext cx="3235523" cy="1982332"/>
      </dsp:txXfrm>
    </dsp:sp>
    <dsp:sp modelId="{4D8A6F54-2A20-4B62-A9B0-C7840D7265F6}">
      <dsp:nvSpPr>
        <dsp:cNvPr id="0" name=""/>
        <dsp:cNvSpPr/>
      </dsp:nvSpPr>
      <dsp:spPr>
        <a:xfrm>
          <a:off x="1122178" y="330388"/>
          <a:ext cx="991166" cy="991166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275" tIns="12700" rIns="77275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1</a:t>
          </a:r>
        </a:p>
      </dsp:txBody>
      <dsp:txXfrm>
        <a:off x="1267331" y="475541"/>
        <a:ext cx="700860" cy="700860"/>
      </dsp:txXfrm>
    </dsp:sp>
    <dsp:sp modelId="{4DD839E6-895E-4D29-8607-6AA70AAB6E7D}">
      <dsp:nvSpPr>
        <dsp:cNvPr id="0" name=""/>
        <dsp:cNvSpPr/>
      </dsp:nvSpPr>
      <dsp:spPr>
        <a:xfrm>
          <a:off x="0" y="3303816"/>
          <a:ext cx="3235523" cy="72"/>
        </a:xfrm>
        <a:prstGeom prst="rect">
          <a:avLst/>
        </a:prstGeom>
        <a:gradFill rotWithShape="0">
          <a:gsLst>
            <a:gs pos="0">
              <a:schemeClr val="accent2">
                <a:hueOff val="442584"/>
                <a:satOff val="2040"/>
                <a:lumOff val="314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442584"/>
                <a:satOff val="2040"/>
                <a:lumOff val="314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442584"/>
                <a:satOff val="2040"/>
                <a:lumOff val="314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42584"/>
              <a:satOff val="2040"/>
              <a:lumOff val="314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EAEC410-1E32-4DC5-91A8-8C1D3434D3A2}">
      <dsp:nvSpPr>
        <dsp:cNvPr id="0" name=""/>
        <dsp:cNvSpPr/>
      </dsp:nvSpPr>
      <dsp:spPr>
        <a:xfrm>
          <a:off x="3559075" y="0"/>
          <a:ext cx="3235523" cy="3303887"/>
        </a:xfrm>
        <a:prstGeom prst="rect">
          <a:avLst/>
        </a:prstGeom>
        <a:solidFill>
          <a:schemeClr val="accent2">
            <a:tint val="40000"/>
            <a:alpha val="90000"/>
            <a:hueOff val="1461534"/>
            <a:satOff val="4861"/>
            <a:lumOff val="37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461534"/>
              <a:satOff val="4861"/>
              <a:lumOff val="37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254" tIns="330200" rIns="252254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Criticità: Dipendenza dalla qualità dell’ </a:t>
          </a:r>
          <a:r>
            <a:rPr lang="it-IT" sz="1900" kern="1200" dirty="0" err="1"/>
            <a:t>Embedder</a:t>
          </a:r>
          <a:r>
            <a:rPr lang="it-IT" sz="1900" kern="1200" dirty="0"/>
            <a:t>, LLM, e consumo di token. </a:t>
          </a:r>
          <a:endParaRPr lang="en-US" sz="1900" kern="1200" dirty="0"/>
        </a:p>
      </dsp:txBody>
      <dsp:txXfrm>
        <a:off x="3559075" y="1255477"/>
        <a:ext cx="3235523" cy="1982332"/>
      </dsp:txXfrm>
    </dsp:sp>
    <dsp:sp modelId="{6D9FE402-5CED-41A3-8C27-97A0E36FE862}">
      <dsp:nvSpPr>
        <dsp:cNvPr id="0" name=""/>
        <dsp:cNvSpPr/>
      </dsp:nvSpPr>
      <dsp:spPr>
        <a:xfrm>
          <a:off x="4681254" y="330388"/>
          <a:ext cx="991166" cy="991166"/>
        </a:xfrm>
        <a:prstGeom prst="ellipse">
          <a:avLst/>
        </a:prstGeom>
        <a:gradFill rotWithShape="0">
          <a:gsLst>
            <a:gs pos="0">
              <a:schemeClr val="accent2">
                <a:hueOff val="885168"/>
                <a:satOff val="4080"/>
                <a:lumOff val="628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885168"/>
                <a:satOff val="4080"/>
                <a:lumOff val="628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885168"/>
                <a:satOff val="4080"/>
                <a:lumOff val="628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885168"/>
              <a:satOff val="4080"/>
              <a:lumOff val="628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275" tIns="12700" rIns="77275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2</a:t>
          </a:r>
        </a:p>
      </dsp:txBody>
      <dsp:txXfrm>
        <a:off x="4826407" y="475541"/>
        <a:ext cx="700860" cy="700860"/>
      </dsp:txXfrm>
    </dsp:sp>
    <dsp:sp modelId="{6FC806DA-8136-47C4-882D-FCC7DB85F2CA}">
      <dsp:nvSpPr>
        <dsp:cNvPr id="0" name=""/>
        <dsp:cNvSpPr/>
      </dsp:nvSpPr>
      <dsp:spPr>
        <a:xfrm>
          <a:off x="3559075" y="3303816"/>
          <a:ext cx="3235523" cy="72"/>
        </a:xfrm>
        <a:prstGeom prst="rect">
          <a:avLst/>
        </a:prstGeom>
        <a:gradFill rotWithShape="0">
          <a:gsLst>
            <a:gs pos="0">
              <a:schemeClr val="accent2">
                <a:hueOff val="1327752"/>
                <a:satOff val="6121"/>
                <a:lumOff val="941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1327752"/>
                <a:satOff val="6121"/>
                <a:lumOff val="941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1327752"/>
                <a:satOff val="6121"/>
                <a:lumOff val="941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327752"/>
              <a:satOff val="6121"/>
              <a:lumOff val="941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E9A662-DF4B-4991-8924-9F644AF317CD}">
      <dsp:nvSpPr>
        <dsp:cNvPr id="0" name=""/>
        <dsp:cNvSpPr/>
      </dsp:nvSpPr>
      <dsp:spPr>
        <a:xfrm>
          <a:off x="7118151" y="0"/>
          <a:ext cx="3235523" cy="3303887"/>
        </a:xfrm>
        <a:prstGeom prst="rect">
          <a:avLst/>
        </a:prstGeom>
        <a:solidFill>
          <a:schemeClr val="accent2">
            <a:tint val="40000"/>
            <a:alpha val="90000"/>
            <a:hueOff val="2923067"/>
            <a:satOff val="9722"/>
            <a:lumOff val="74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923067"/>
              <a:satOff val="9722"/>
              <a:lumOff val="74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254" tIns="330200" rIns="252254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 Investimento consigliato: Piani premium per contesti di produzione.</a:t>
          </a:r>
          <a:endParaRPr lang="en-US" sz="1900" kern="1200" dirty="0"/>
        </a:p>
      </dsp:txBody>
      <dsp:txXfrm>
        <a:off x="7118151" y="1255477"/>
        <a:ext cx="3235523" cy="1982332"/>
      </dsp:txXfrm>
    </dsp:sp>
    <dsp:sp modelId="{72DAD88E-D201-42AD-AF39-2E39E32AE842}">
      <dsp:nvSpPr>
        <dsp:cNvPr id="0" name=""/>
        <dsp:cNvSpPr/>
      </dsp:nvSpPr>
      <dsp:spPr>
        <a:xfrm>
          <a:off x="8240330" y="330388"/>
          <a:ext cx="991166" cy="991166"/>
        </a:xfrm>
        <a:prstGeom prst="ellipse">
          <a:avLst/>
        </a:prstGeom>
        <a:gradFill rotWithShape="0">
          <a:gsLst>
            <a:gs pos="0">
              <a:schemeClr val="accent2">
                <a:hueOff val="1770336"/>
                <a:satOff val="8161"/>
                <a:lumOff val="1255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1770336"/>
                <a:satOff val="8161"/>
                <a:lumOff val="1255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1770336"/>
                <a:satOff val="8161"/>
                <a:lumOff val="1255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770336"/>
              <a:satOff val="8161"/>
              <a:lumOff val="1255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275" tIns="12700" rIns="77275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3</a:t>
          </a:r>
        </a:p>
      </dsp:txBody>
      <dsp:txXfrm>
        <a:off x="8385483" y="475541"/>
        <a:ext cx="700860" cy="700860"/>
      </dsp:txXfrm>
    </dsp:sp>
    <dsp:sp modelId="{87A49868-DD7B-433E-8BEB-3D030C809423}">
      <dsp:nvSpPr>
        <dsp:cNvPr id="0" name=""/>
        <dsp:cNvSpPr/>
      </dsp:nvSpPr>
      <dsp:spPr>
        <a:xfrm>
          <a:off x="7118151" y="3303816"/>
          <a:ext cx="3235523" cy="72"/>
        </a:xfrm>
        <a:prstGeom prst="rect">
          <a:avLst/>
        </a:prstGeom>
        <a:gradFill rotWithShape="0">
          <a:gsLst>
            <a:gs pos="0">
              <a:schemeClr val="accent2">
                <a:hueOff val="2212920"/>
                <a:satOff val="10201"/>
                <a:lumOff val="1569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2212920"/>
                <a:satOff val="10201"/>
                <a:lumOff val="1569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2212920"/>
                <a:satOff val="10201"/>
                <a:lumOff val="1569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212920"/>
              <a:satOff val="10201"/>
              <a:lumOff val="1569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0743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1241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5701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3065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5486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920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344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9362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2486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0063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4912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1340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81964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6768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3807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04538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68216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0A9679-1491-A7CC-EC60-90E5A4F1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3D76D12-D7E5-8068-A095-6BB8FE72F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AFFE7D-E592-F537-AC2B-C78F2483E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296A21-B01A-817E-0012-47A83A479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29DE48E-CD4B-9897-53A7-3E7D0793F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4472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0244E-617C-44D8-9C52-834BC2672412}" type="datetimeFigureOut">
              <a:rPr lang="it-IT" smtClean="0"/>
              <a:t>11/01/2026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C818E-8B0D-4575-9E15-3A5E6F5743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400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  <p:sldLayoutId id="2147484009" r:id="rId12"/>
    <p:sldLayoutId id="2147484010" r:id="rId13"/>
    <p:sldLayoutId id="2147484011" r:id="rId14"/>
    <p:sldLayoutId id="2147484012" r:id="rId15"/>
    <p:sldLayoutId id="2147484013" r:id="rId16"/>
    <p:sldLayoutId id="2147484014" r:id="rId17"/>
    <p:sldLayoutId id="2147484015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png"/><Relationship Id="rId15" Type="http://schemas.openxmlformats.org/officeDocument/2006/relationships/image" Target="../media/image24.svg"/><Relationship Id="rId10" Type="http://schemas.openxmlformats.org/officeDocument/2006/relationships/image" Target="../media/image19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56459C-2313-5505-9DAC-0F3B31C95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5781" y="1122363"/>
            <a:ext cx="5896391" cy="2387600"/>
          </a:xfrm>
        </p:spPr>
        <p:txBody>
          <a:bodyPr>
            <a:normAutofit/>
          </a:bodyPr>
          <a:lstStyle/>
          <a:p>
            <a:r>
              <a:rPr lang="it-IT"/>
              <a:t>eVTranslator: A Multi-Agent SQL Parser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E725C1C-F17A-103A-ABEA-C83A30110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5781" y="3602038"/>
            <a:ext cx="5896391" cy="16557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it-IT" sz="2000" dirty="0"/>
              <a:t>Introduzione al Data Mining</a:t>
            </a:r>
          </a:p>
          <a:p>
            <a:pPr>
              <a:lnSpc>
                <a:spcPct val="110000"/>
              </a:lnSpc>
            </a:pPr>
            <a:r>
              <a:rPr lang="it-IT" sz="2000" dirty="0"/>
              <a:t>A.A. 2025/2026</a:t>
            </a:r>
          </a:p>
          <a:p>
            <a:pPr>
              <a:lnSpc>
                <a:spcPct val="110000"/>
              </a:lnSpc>
            </a:pPr>
            <a:r>
              <a:rPr lang="it-IT" sz="2000" dirty="0"/>
              <a:t>Torrisi Giovanni - 1000015103</a:t>
            </a:r>
          </a:p>
        </p:txBody>
      </p:sp>
      <p:pic>
        <p:nvPicPr>
          <p:cNvPr id="99" name="Graphic 6" descr="Database">
            <a:extLst>
              <a:ext uri="{FF2B5EF4-FFF2-40B4-BE49-F238E27FC236}">
                <a16:creationId xmlns:a16="http://schemas.microsoft.com/office/drawing/2014/main" id="{FE66CF4D-B963-2256-E43B-83188B50C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8736" y="1488697"/>
            <a:ext cx="3402767" cy="3402767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  <p:extLst>
      <p:ext uri="{BB962C8B-B14F-4D97-AF65-F5344CB8AC3E}">
        <p14:creationId xmlns:p14="http://schemas.microsoft.com/office/powerpoint/2010/main" val="1361491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89CD37-211F-A81F-7A0C-70A2DFD0A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Obiettivi</a:t>
            </a:r>
            <a:endParaRPr lang="en-US" dirty="0"/>
          </a:p>
        </p:txBody>
      </p:sp>
      <p:graphicFrame>
        <p:nvGraphicFramePr>
          <p:cNvPr id="13" name="Segnaposto testo 2">
            <a:extLst>
              <a:ext uri="{FF2B5EF4-FFF2-40B4-BE49-F238E27FC236}">
                <a16:creationId xmlns:a16="http://schemas.microsoft.com/office/drawing/2014/main" id="{4A3C4B25-62F2-2413-F42B-BCC3E32692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7186596"/>
              </p:ext>
            </p:extLst>
          </p:nvPr>
        </p:nvGraphicFramePr>
        <p:xfrm>
          <a:off x="914400" y="2257654"/>
          <a:ext cx="10353675" cy="3303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70240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485784-E11F-783D-FF65-DF0D44200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Sfide</a:t>
            </a:r>
            <a:r>
              <a:rPr lang="en-US" dirty="0"/>
              <a:t> del Sistema </a:t>
            </a:r>
            <a:r>
              <a:rPr lang="en-US" dirty="0" err="1"/>
              <a:t>proposto</a:t>
            </a:r>
            <a:endParaRPr lang="en-US" dirty="0"/>
          </a:p>
        </p:txBody>
      </p:sp>
      <p:graphicFrame>
        <p:nvGraphicFramePr>
          <p:cNvPr id="5" name="Segnaposto testo 2">
            <a:extLst>
              <a:ext uri="{FF2B5EF4-FFF2-40B4-BE49-F238E27FC236}">
                <a16:creationId xmlns:a16="http://schemas.microsoft.com/office/drawing/2014/main" id="{C99B3AE6-8C08-3EE5-1D5B-B80B12621D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4427921"/>
              </p:ext>
            </p:extLst>
          </p:nvPr>
        </p:nvGraphicFramePr>
        <p:xfrm>
          <a:off x="914400" y="2257654"/>
          <a:ext cx="10353675" cy="3303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42893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2B5A1F-D6D1-FC0E-ED9D-09F90908D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Dati: </a:t>
            </a:r>
            <a:r>
              <a:rPr lang="en-US"/>
              <a:t>Contesto</a:t>
            </a:r>
            <a:r>
              <a:rPr lang="en-US" dirty="0"/>
              <a:t> </a:t>
            </a:r>
            <a:r>
              <a:rPr lang="en-US"/>
              <a:t>aziendale</a:t>
            </a:r>
            <a:r>
              <a:rPr lang="en-US" dirty="0"/>
              <a:t> di </a:t>
            </a:r>
            <a:r>
              <a:rPr lang="en-US"/>
              <a:t>eVision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12192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Segnaposto testo 2">
            <a:extLst>
              <a:ext uri="{FF2B5EF4-FFF2-40B4-BE49-F238E27FC236}">
                <a16:creationId xmlns:a16="http://schemas.microsoft.com/office/drawing/2014/main" id="{34DE21F5-CBBB-ED19-7B33-08FE7C4828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7592383"/>
              </p:ext>
            </p:extLst>
          </p:nvPr>
        </p:nvGraphicFramePr>
        <p:xfrm>
          <a:off x="914400" y="2417233"/>
          <a:ext cx="10353675" cy="330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52321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589EB5D-10DD-4B27-AAEF-649487C08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E9F2ABF-377D-5811-3D07-C1EFBF3EF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7" y="609600"/>
            <a:ext cx="4628588" cy="13263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/>
              <a:t>Stack Tecnologico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8378B71-99F8-C7C2-7434-313296ED8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95" y="2096063"/>
            <a:ext cx="4628588" cy="4761937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dirty="0"/>
              <a:t>LLM: </a:t>
            </a:r>
            <a:r>
              <a:rPr lang="en-US" dirty="0" err="1"/>
              <a:t>Componente</a:t>
            </a:r>
            <a:r>
              <a:rPr lang="en-US" dirty="0"/>
              <a:t> centrale per </a:t>
            </a:r>
            <a:r>
              <a:rPr lang="en-US" dirty="0" err="1"/>
              <a:t>interpretazione</a:t>
            </a:r>
            <a:r>
              <a:rPr lang="en-US" dirty="0"/>
              <a:t> e </a:t>
            </a:r>
            <a:r>
              <a:rPr lang="en-US" dirty="0" err="1"/>
              <a:t>generazione</a:t>
            </a:r>
            <a:r>
              <a:rPr lang="en-US" dirty="0"/>
              <a:t> SQL</a:t>
            </a:r>
          </a:p>
          <a:p>
            <a:r>
              <a:rPr lang="en-US" dirty="0" err="1"/>
              <a:t>LangGraph</a:t>
            </a:r>
            <a:r>
              <a:rPr lang="en-US" dirty="0"/>
              <a:t>: </a:t>
            </a:r>
            <a:r>
              <a:rPr lang="en-US" dirty="0" err="1"/>
              <a:t>Orchestrazione</a:t>
            </a:r>
            <a:r>
              <a:rPr lang="en-US" dirty="0"/>
              <a:t> degli </a:t>
            </a:r>
            <a:r>
              <a:rPr lang="en-US" dirty="0" err="1"/>
              <a:t>agenti</a:t>
            </a:r>
            <a:r>
              <a:rPr lang="en-US" dirty="0"/>
              <a:t> </a:t>
            </a:r>
            <a:r>
              <a:rPr lang="en-US" dirty="0" err="1"/>
              <a:t>tramite</a:t>
            </a:r>
            <a:r>
              <a:rPr lang="en-US" dirty="0"/>
              <a:t> </a:t>
            </a:r>
            <a:r>
              <a:rPr lang="en-US" dirty="0" err="1"/>
              <a:t>automi</a:t>
            </a:r>
            <a:r>
              <a:rPr lang="en-US" dirty="0"/>
              <a:t> a </a:t>
            </a:r>
            <a:r>
              <a:rPr lang="en-US" dirty="0" err="1"/>
              <a:t>stati</a:t>
            </a:r>
            <a:r>
              <a:rPr lang="en-US" dirty="0"/>
              <a:t> </a:t>
            </a:r>
            <a:r>
              <a:rPr lang="en-US" dirty="0" err="1"/>
              <a:t>finiti</a:t>
            </a:r>
            <a:r>
              <a:rPr lang="en-US" dirty="0"/>
              <a:t>. </a:t>
            </a:r>
          </a:p>
          <a:p>
            <a:r>
              <a:rPr lang="en-US" dirty="0" err="1"/>
              <a:t>Weaviate</a:t>
            </a:r>
            <a:r>
              <a:rPr lang="en-US" dirty="0"/>
              <a:t>: Database </a:t>
            </a:r>
            <a:r>
              <a:rPr lang="en-US" dirty="0" err="1"/>
              <a:t>vettoriale</a:t>
            </a:r>
            <a:r>
              <a:rPr lang="en-US" dirty="0"/>
              <a:t> per </a:t>
            </a:r>
            <a:r>
              <a:rPr lang="en-US" dirty="0" err="1"/>
              <a:t>ricerche</a:t>
            </a:r>
            <a:r>
              <a:rPr lang="en-US" dirty="0"/>
              <a:t> di </a:t>
            </a:r>
            <a:r>
              <a:rPr lang="en-US" dirty="0" err="1"/>
              <a:t>similarità</a:t>
            </a:r>
            <a:r>
              <a:rPr lang="en-US" dirty="0"/>
              <a:t> </a:t>
            </a:r>
            <a:r>
              <a:rPr lang="en-US" dirty="0" err="1"/>
              <a:t>semantica</a:t>
            </a:r>
            <a:r>
              <a:rPr lang="en-US" dirty="0"/>
              <a:t>.</a:t>
            </a:r>
          </a:p>
          <a:p>
            <a:r>
              <a:rPr lang="en-US" dirty="0" err="1"/>
              <a:t>ClickHouse</a:t>
            </a:r>
            <a:r>
              <a:rPr lang="en-US" dirty="0"/>
              <a:t>: Database </a:t>
            </a:r>
            <a:r>
              <a:rPr lang="en-US" dirty="0" err="1"/>
              <a:t>colonnare</a:t>
            </a:r>
            <a:r>
              <a:rPr lang="en-US" dirty="0"/>
              <a:t> per </a:t>
            </a:r>
            <a:r>
              <a:rPr lang="en-US" dirty="0" err="1"/>
              <a:t>scenari</a:t>
            </a:r>
            <a:r>
              <a:rPr lang="en-US" dirty="0"/>
              <a:t> OLAP.</a:t>
            </a:r>
          </a:p>
          <a:p>
            <a:r>
              <a:rPr lang="en-US" dirty="0" err="1"/>
              <a:t>Streamlit</a:t>
            </a:r>
            <a:r>
              <a:rPr lang="en-US" dirty="0"/>
              <a:t>: Framework per </a:t>
            </a:r>
            <a:r>
              <a:rPr lang="en-US" dirty="0" err="1"/>
              <a:t>l'interfaccia</a:t>
            </a:r>
            <a:r>
              <a:rPr lang="en-US" dirty="0"/>
              <a:t> </a:t>
            </a:r>
            <a:r>
              <a:rPr lang="en-US" dirty="0" err="1"/>
              <a:t>utente</a:t>
            </a:r>
            <a:r>
              <a:rPr lang="en-US" dirty="0"/>
              <a:t> </a:t>
            </a:r>
            <a:r>
              <a:rPr lang="en-US" dirty="0" err="1"/>
              <a:t>interattiva</a:t>
            </a:r>
            <a:r>
              <a:rPr lang="en-US" dirty="0"/>
              <a:t>.</a:t>
            </a:r>
          </a:p>
          <a:p>
            <a:r>
              <a:rPr lang="en-US" dirty="0" err="1"/>
              <a:t>Ollama</a:t>
            </a:r>
            <a:r>
              <a:rPr lang="en-US" dirty="0"/>
              <a:t>: </a:t>
            </a:r>
            <a:r>
              <a:rPr lang="en-US" dirty="0" err="1"/>
              <a:t>Infrastruttura</a:t>
            </a:r>
            <a:r>
              <a:rPr lang="en-US" dirty="0"/>
              <a:t> per il run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modelli</a:t>
            </a:r>
            <a:r>
              <a:rPr lang="en-US" dirty="0"/>
              <a:t> AI.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C56A8-C72F-4968-B026-854881537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46239" y="0"/>
            <a:ext cx="614576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BE2C704E-9667-5101-5C82-122CA639E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7356" y="-46122"/>
            <a:ext cx="1535972" cy="1833641"/>
          </a:xfrm>
          <a:prstGeom prst="rect">
            <a:avLst/>
          </a:prstGeom>
        </p:spPr>
      </p:pic>
      <p:pic>
        <p:nvPicPr>
          <p:cNvPr id="13" name="Immagine 12" descr="Immagine che contiene Elementi grafici, Carattere, grafica, design&#10;&#10;Il contenuto generato dall'IA potrebbe non essere corretto.">
            <a:extLst>
              <a:ext uri="{FF2B5EF4-FFF2-40B4-BE49-F238E27FC236}">
                <a16:creationId xmlns:a16="http://schemas.microsoft.com/office/drawing/2014/main" id="{68A783BF-FF0F-48D6-A3D8-1752ACF8AD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068" y="2881675"/>
            <a:ext cx="2268548" cy="629850"/>
          </a:xfrm>
          <a:prstGeom prst="rect">
            <a:avLst/>
          </a:prstGeom>
        </p:spPr>
      </p:pic>
      <p:pic>
        <p:nvPicPr>
          <p:cNvPr id="9" name="Immagine 8" descr="Immagine che contiene simbolo, cerchio, Elementi grafici, Policromia&#10;&#10;Il contenuto generato dall'IA potrebbe non essere corretto.">
            <a:extLst>
              <a:ext uri="{FF2B5EF4-FFF2-40B4-BE49-F238E27FC236}">
                <a16:creationId xmlns:a16="http://schemas.microsoft.com/office/drawing/2014/main" id="{67272309-CF26-D03F-2DE0-E19F387C0D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399" y="2881675"/>
            <a:ext cx="1277804" cy="1277804"/>
          </a:xfrm>
          <a:prstGeom prst="rect">
            <a:avLst/>
          </a:prstGeom>
        </p:spPr>
      </p:pic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5ED60179-4531-A6C4-4410-5FA44DB85E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45277" y="4981048"/>
            <a:ext cx="2268549" cy="391001"/>
          </a:xfrm>
          <a:prstGeom prst="rect">
            <a:avLst/>
          </a:prstGeom>
        </p:spPr>
      </p:pic>
      <p:pic>
        <p:nvPicPr>
          <p:cNvPr id="21" name="Immagine 20" descr="Immagine che contiene clipart, simbolo&#10;&#10;Il contenuto generato dall'IA potrebbe non essere corretto.">
            <a:extLst>
              <a:ext uri="{FF2B5EF4-FFF2-40B4-BE49-F238E27FC236}">
                <a16:creationId xmlns:a16="http://schemas.microsoft.com/office/drawing/2014/main" id="{812F08CF-59EC-13CD-229A-29240C1396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819" y="3810018"/>
            <a:ext cx="1143000" cy="1143000"/>
          </a:xfrm>
          <a:prstGeom prst="rect">
            <a:avLst/>
          </a:prstGeom>
        </p:spPr>
      </p:pic>
      <p:pic>
        <p:nvPicPr>
          <p:cNvPr id="28" name="Elemento grafico 27">
            <a:extLst>
              <a:ext uri="{FF2B5EF4-FFF2-40B4-BE49-F238E27FC236}">
                <a16:creationId xmlns:a16="http://schemas.microsoft.com/office/drawing/2014/main" id="{0633D263-8FB6-7126-8D96-F4A21F0F79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09182" y="5762742"/>
            <a:ext cx="5070370" cy="509065"/>
          </a:xfrm>
          <a:prstGeom prst="rect">
            <a:avLst/>
          </a:prstGeom>
        </p:spPr>
      </p:pic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13A193A6-1570-8706-8C6E-97101FE9263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44367" y="1744982"/>
            <a:ext cx="1171575" cy="838200"/>
          </a:xfrm>
          <a:prstGeom prst="rect">
            <a:avLst/>
          </a:prstGeom>
        </p:spPr>
      </p:pic>
      <p:pic>
        <p:nvPicPr>
          <p:cNvPr id="15" name="Elemento grafico 14">
            <a:extLst>
              <a:ext uri="{FF2B5EF4-FFF2-40B4-BE49-F238E27FC236}">
                <a16:creationId xmlns:a16="http://schemas.microsoft.com/office/drawing/2014/main" id="{AC1D6B39-5353-A84C-E1C2-1A8D43CABB8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36754" y="537047"/>
            <a:ext cx="1141449" cy="150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66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C8A8CE-905E-3F71-B2A9-4DE88E100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Architettura e Workflow</a:t>
            </a:r>
          </a:p>
        </p:txBody>
      </p:sp>
      <p:graphicFrame>
        <p:nvGraphicFramePr>
          <p:cNvPr id="7" name="Segnaposto testo 2">
            <a:extLst>
              <a:ext uri="{FF2B5EF4-FFF2-40B4-BE49-F238E27FC236}">
                <a16:creationId xmlns:a16="http://schemas.microsoft.com/office/drawing/2014/main" id="{BA972FE3-5B16-77BE-40CC-4F8431A81B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3879418"/>
              </p:ext>
            </p:extLst>
          </p:nvPr>
        </p:nvGraphicFramePr>
        <p:xfrm>
          <a:off x="914400" y="2257654"/>
          <a:ext cx="10353675" cy="3303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85238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FBDA66-FB16-7AD4-3BAB-6BB17983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Stato </a:t>
            </a:r>
            <a:r>
              <a:rPr lang="en-US" dirty="0" err="1"/>
              <a:t>Condiviso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57CD9BD-11C7-CD02-78C7-972C0474B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5016860" cy="36951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500" dirty="0" err="1"/>
              <a:t>Questo</a:t>
            </a:r>
            <a:r>
              <a:rPr lang="en-US" sz="2500" dirty="0"/>
              <a:t> </a:t>
            </a:r>
            <a:r>
              <a:rPr lang="en-US" sz="2500" dirty="0" err="1"/>
              <a:t>stato</a:t>
            </a:r>
            <a:r>
              <a:rPr lang="en-US" sz="2500" dirty="0"/>
              <a:t> </a:t>
            </a:r>
            <a:r>
              <a:rPr lang="en-US" sz="2500" dirty="0" err="1"/>
              <a:t>funge</a:t>
            </a:r>
            <a:r>
              <a:rPr lang="en-US" sz="2500" dirty="0"/>
              <a:t> da memoria </a:t>
            </a:r>
            <a:r>
              <a:rPr lang="en-US" sz="2500" dirty="0" err="1"/>
              <a:t>condivisa</a:t>
            </a:r>
            <a:r>
              <a:rPr lang="en-US" sz="2500" dirty="0"/>
              <a:t> della pipeline: ogni </a:t>
            </a:r>
            <a:r>
              <a:rPr lang="en-US" sz="2500" dirty="0" err="1"/>
              <a:t>agente</a:t>
            </a:r>
            <a:r>
              <a:rPr lang="en-US" sz="2500" dirty="0"/>
              <a:t> </a:t>
            </a:r>
            <a:r>
              <a:rPr lang="en-US" sz="2500" dirty="0" err="1"/>
              <a:t>legge</a:t>
            </a:r>
            <a:r>
              <a:rPr lang="en-US" sz="2500" dirty="0"/>
              <a:t> </a:t>
            </a:r>
            <a:r>
              <a:rPr lang="en-US" sz="2500" dirty="0" err="1"/>
              <a:t>dallo</a:t>
            </a:r>
            <a:r>
              <a:rPr lang="en-US" sz="2500" dirty="0"/>
              <a:t> </a:t>
            </a:r>
            <a:r>
              <a:rPr lang="en-US" sz="2500" dirty="0" err="1"/>
              <a:t>stato</a:t>
            </a:r>
            <a:r>
              <a:rPr lang="en-US" sz="2500" dirty="0"/>
              <a:t> </a:t>
            </a:r>
            <a:r>
              <a:rPr lang="en-US" sz="2500" dirty="0" err="1"/>
              <a:t>ciò</a:t>
            </a:r>
            <a:r>
              <a:rPr lang="en-US" sz="2500" dirty="0"/>
              <a:t> </a:t>
            </a:r>
            <a:r>
              <a:rPr lang="en-US" sz="2500" dirty="0" err="1"/>
              <a:t>che</a:t>
            </a:r>
            <a:r>
              <a:rPr lang="en-US" sz="2500" dirty="0"/>
              <a:t> </a:t>
            </a:r>
            <a:r>
              <a:rPr lang="en-US" sz="2500" dirty="0" err="1"/>
              <a:t>gli</a:t>
            </a:r>
            <a:r>
              <a:rPr lang="en-US" sz="2500" dirty="0"/>
              <a:t> serve e vi scrive solo il proprio output.</a:t>
            </a:r>
          </a:p>
        </p:txBody>
      </p:sp>
      <p:pic>
        <p:nvPicPr>
          <p:cNvPr id="5" name="Immagine 4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E924E4D0-01FE-5A83-F21C-2BFFF35CD8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59" r="-1" b="10875"/>
          <a:stretch>
            <a:fillRect/>
          </a:stretch>
        </p:blipFill>
        <p:spPr>
          <a:xfrm>
            <a:off x="6357257" y="2210935"/>
            <a:ext cx="4833257" cy="3493180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  <p:extLst>
      <p:ext uri="{BB962C8B-B14F-4D97-AF65-F5344CB8AC3E}">
        <p14:creationId xmlns:p14="http://schemas.microsoft.com/office/powerpoint/2010/main" val="215021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E65F3C-A204-81B9-79C0-CCAD2D2E6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Agenti: Pre-processing e Ricerca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5A4942F-1178-BBF4-5B54-626D4E8B9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it-IT" sz="2500" dirty="0"/>
              <a:t>Rewriter: Normalizza e riscrive la query utente per limitare ambiguità. </a:t>
            </a:r>
          </a:p>
          <a:p>
            <a:r>
              <a:rPr lang="it-IT" sz="2500" dirty="0"/>
              <a:t>Guard: Filtra richieste fuori dominio non pertinenti ai dati di vendita.</a:t>
            </a:r>
          </a:p>
          <a:p>
            <a:r>
              <a:rPr lang="it-IT" sz="2500" dirty="0"/>
              <a:t>Semantic </a:t>
            </a:r>
            <a:r>
              <a:rPr lang="it-IT" sz="2500" dirty="0" err="1"/>
              <a:t>Search</a:t>
            </a:r>
            <a:r>
              <a:rPr lang="it-IT" sz="2500" dirty="0"/>
              <a:t>: Interroga </a:t>
            </a:r>
            <a:r>
              <a:rPr lang="it-IT" sz="2500" dirty="0" err="1"/>
              <a:t>Weaviate</a:t>
            </a:r>
            <a:r>
              <a:rPr lang="it-IT" sz="2500" dirty="0"/>
              <a:t> per identificare prodotti correlati con la richiesta dell’utente. </a:t>
            </a:r>
          </a:p>
          <a:p>
            <a:r>
              <a:rPr lang="it-IT" sz="2500" dirty="0"/>
              <a:t>Load Schema: Recupera lo schema della tabella con una query al database </a:t>
            </a:r>
            <a:r>
              <a:rPr lang="it-IT" sz="2500" dirty="0" err="1"/>
              <a:t>ClickHouse</a:t>
            </a:r>
            <a:r>
              <a:rPr lang="it-IT" sz="25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94744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DB3CA6-0662-2833-8549-6C5AD31DD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Agenti: Generazione ed Esecuzione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56A97A3-9F13-03BF-161D-ED64A1CE3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sz="2500" dirty="0"/>
              <a:t>Generator: Traduce la richiesta in SQL usando prompt engineering e metadati.</a:t>
            </a:r>
          </a:p>
          <a:p>
            <a:r>
              <a:rPr lang="it-IT" sz="2500" dirty="0" err="1"/>
              <a:t>Executor</a:t>
            </a:r>
            <a:r>
              <a:rPr lang="it-IT" sz="2500" dirty="0"/>
              <a:t>: Esegue la query su </a:t>
            </a:r>
            <a:r>
              <a:rPr lang="it-IT" sz="2500" dirty="0" err="1"/>
              <a:t>ClickHouse</a:t>
            </a:r>
            <a:r>
              <a:rPr lang="it-IT" sz="2500" dirty="0"/>
              <a:t> e gestisce errori sintattici (max 3 tentativi).</a:t>
            </a:r>
          </a:p>
          <a:p>
            <a:r>
              <a:rPr lang="it-IT" sz="2500" dirty="0" err="1"/>
              <a:t>Result</a:t>
            </a:r>
            <a:r>
              <a:rPr lang="it-IT" sz="2500" dirty="0"/>
              <a:t> Handler: Converte i dati in </a:t>
            </a:r>
            <a:r>
              <a:rPr lang="it-IT" sz="2500" dirty="0" err="1"/>
              <a:t>dataframe</a:t>
            </a:r>
            <a:r>
              <a:rPr lang="it-IT" sz="2500" dirty="0"/>
              <a:t> e commenta i risultati via LLM. </a:t>
            </a:r>
          </a:p>
        </p:txBody>
      </p:sp>
    </p:spTree>
    <p:extLst>
      <p:ext uri="{BB962C8B-B14F-4D97-AF65-F5344CB8AC3E}">
        <p14:creationId xmlns:p14="http://schemas.microsoft.com/office/powerpoint/2010/main" val="748904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18E1A0-CE64-E709-7806-9E36BF0FC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0A701E-1C95-8A92-4859-E3C0A4631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Gestione degli errori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1C2316F-46FB-F6FD-2182-25A675E60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5016860" cy="3695136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Se </a:t>
            </a:r>
            <a:r>
              <a:rPr lang="en-US" dirty="0" err="1"/>
              <a:t>l’esecuzione</a:t>
            </a:r>
            <a:r>
              <a:rPr lang="en-US" dirty="0"/>
              <a:t> della query </a:t>
            </a:r>
            <a:r>
              <a:rPr lang="en-US" dirty="0" err="1"/>
              <a:t>sul</a:t>
            </a:r>
            <a:r>
              <a:rPr lang="en-US" dirty="0"/>
              <a:t> database </a:t>
            </a:r>
            <a:r>
              <a:rPr lang="en-US" dirty="0" err="1"/>
              <a:t>ClickHouse</a:t>
            </a:r>
            <a:r>
              <a:rPr lang="en-US" dirty="0"/>
              <a:t> genera un </a:t>
            </a:r>
            <a:r>
              <a:rPr lang="en-US" dirty="0" err="1"/>
              <a:t>eccezione</a:t>
            </a:r>
            <a:r>
              <a:rPr lang="en-US" dirty="0"/>
              <a:t> </a:t>
            </a:r>
            <a:r>
              <a:rPr lang="en-US" dirty="0" err="1"/>
              <a:t>allora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è </a:t>
            </a:r>
            <a:r>
              <a:rPr lang="en-US" dirty="0" err="1"/>
              <a:t>verificato</a:t>
            </a:r>
            <a:r>
              <a:rPr lang="en-US" dirty="0"/>
              <a:t> un </a:t>
            </a:r>
            <a:r>
              <a:rPr lang="en-US" dirty="0" err="1"/>
              <a:t>errore</a:t>
            </a:r>
            <a:r>
              <a:rPr lang="en-US" dirty="0"/>
              <a:t> </a:t>
            </a:r>
            <a:r>
              <a:rPr lang="en-US" dirty="0" err="1"/>
              <a:t>sintattico</a:t>
            </a:r>
            <a:r>
              <a:rPr lang="en-US" dirty="0"/>
              <a:t>.</a:t>
            </a:r>
          </a:p>
          <a:p>
            <a:r>
              <a:rPr lang="en-US" dirty="0"/>
              <a:t>Il </a:t>
            </a:r>
            <a:r>
              <a:rPr lang="en-US" dirty="0" err="1"/>
              <a:t>flusso</a:t>
            </a:r>
            <a:r>
              <a:rPr lang="en-US" dirty="0"/>
              <a:t> </a:t>
            </a:r>
            <a:r>
              <a:rPr lang="en-US" dirty="0" err="1"/>
              <a:t>torna</a:t>
            </a:r>
            <a:r>
              <a:rPr lang="en-US" dirty="0"/>
              <a:t> </a:t>
            </a:r>
            <a:r>
              <a:rPr lang="en-US" dirty="0" err="1"/>
              <a:t>indietro</a:t>
            </a:r>
            <a:r>
              <a:rPr lang="en-US" dirty="0"/>
              <a:t> dal </a:t>
            </a:r>
            <a:r>
              <a:rPr lang="en-US" dirty="0" err="1"/>
              <a:t>nodo</a:t>
            </a:r>
            <a:r>
              <a:rPr lang="en-US" dirty="0"/>
              <a:t> Executor al </a:t>
            </a:r>
            <a:r>
              <a:rPr lang="en-US" dirty="0" err="1"/>
              <a:t>nodo</a:t>
            </a:r>
            <a:r>
              <a:rPr lang="en-US" dirty="0"/>
              <a:t> Generator.</a:t>
            </a:r>
          </a:p>
          <a:p>
            <a:r>
              <a:rPr lang="en-US" dirty="0"/>
              <a:t>Si </a:t>
            </a:r>
            <a:r>
              <a:rPr lang="en-US" dirty="0" err="1"/>
              <a:t>utilizza</a:t>
            </a:r>
            <a:r>
              <a:rPr lang="en-US" dirty="0"/>
              <a:t> il </a:t>
            </a:r>
            <a:r>
              <a:rPr lang="en-US" dirty="0" err="1"/>
              <a:t>messaggio</a:t>
            </a:r>
            <a:r>
              <a:rPr lang="en-US" dirty="0"/>
              <a:t> di </a:t>
            </a:r>
            <a:r>
              <a:rPr lang="en-US" dirty="0" err="1"/>
              <a:t>errore</a:t>
            </a:r>
            <a:r>
              <a:rPr lang="en-US" dirty="0"/>
              <a:t> per </a:t>
            </a:r>
            <a:r>
              <a:rPr lang="en-US" dirty="0" err="1"/>
              <a:t>arricchire</a:t>
            </a:r>
            <a:r>
              <a:rPr lang="en-US" dirty="0"/>
              <a:t> il prompt.</a:t>
            </a:r>
          </a:p>
          <a:p>
            <a:r>
              <a:rPr lang="en-US" dirty="0"/>
              <a:t>Il </a:t>
            </a:r>
            <a:r>
              <a:rPr lang="en-US" dirty="0" err="1"/>
              <a:t>numero</a:t>
            </a:r>
            <a:r>
              <a:rPr lang="en-US" dirty="0"/>
              <a:t> </a:t>
            </a:r>
            <a:r>
              <a:rPr lang="en-US" dirty="0" err="1"/>
              <a:t>massimo</a:t>
            </a:r>
            <a:r>
              <a:rPr lang="en-US" dirty="0"/>
              <a:t> di </a:t>
            </a:r>
            <a:r>
              <a:rPr lang="en-US" dirty="0" err="1"/>
              <a:t>tentativi</a:t>
            </a:r>
            <a:r>
              <a:rPr lang="en-US" dirty="0"/>
              <a:t> è </a:t>
            </a:r>
            <a:r>
              <a:rPr lang="en-US" dirty="0" err="1"/>
              <a:t>configurato</a:t>
            </a:r>
            <a:r>
              <a:rPr lang="en-US" dirty="0"/>
              <a:t> a 3.</a:t>
            </a:r>
          </a:p>
        </p:txBody>
      </p:sp>
      <p:pic>
        <p:nvPicPr>
          <p:cNvPr id="5" name="Immagine 4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08DE1624-5240-A807-6295-EBE67E914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296" y="2210935"/>
            <a:ext cx="4785178" cy="3493180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  <p:extLst>
      <p:ext uri="{BB962C8B-B14F-4D97-AF65-F5344CB8AC3E}">
        <p14:creationId xmlns:p14="http://schemas.microsoft.com/office/powerpoint/2010/main" val="2861997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E31FAA-60BF-E314-9285-8B89479B8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Database Vettoriale Weaviate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75A6A31-49D2-6EC8-C21E-3309992D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5016860" cy="3695136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2400" dirty="0" err="1"/>
              <a:t>Riduzione</a:t>
            </a:r>
            <a:r>
              <a:rPr lang="en-US" sz="2400" dirty="0"/>
              <a:t> delle </a:t>
            </a:r>
            <a:r>
              <a:rPr lang="en-US" sz="2400" dirty="0" err="1"/>
              <a:t>ambiguità</a:t>
            </a:r>
            <a:r>
              <a:rPr lang="en-US" sz="2400" dirty="0"/>
              <a:t> </a:t>
            </a:r>
            <a:r>
              <a:rPr lang="en-US" sz="2400" dirty="0" err="1"/>
              <a:t>nella</a:t>
            </a:r>
            <a:r>
              <a:rPr lang="en-US" sz="2400" dirty="0"/>
              <a:t> </a:t>
            </a:r>
            <a:r>
              <a:rPr lang="en-US" sz="2400" dirty="0" err="1"/>
              <a:t>selezione</a:t>
            </a:r>
            <a:r>
              <a:rPr lang="en-US" sz="2400" dirty="0"/>
              <a:t> di </a:t>
            </a:r>
            <a:r>
              <a:rPr lang="en-US" sz="2400" dirty="0" err="1"/>
              <a:t>colonne</a:t>
            </a:r>
            <a:r>
              <a:rPr lang="en-US" sz="2400" dirty="0"/>
              <a:t> e </a:t>
            </a:r>
            <a:r>
              <a:rPr lang="en-US" sz="2400" dirty="0" err="1"/>
              <a:t>prodotti</a:t>
            </a:r>
            <a:r>
              <a:rPr lang="en-US" sz="2400" dirty="0"/>
              <a:t> </a:t>
            </a:r>
            <a:r>
              <a:rPr lang="en-US" sz="2400" dirty="0" err="1"/>
              <a:t>tramite</a:t>
            </a:r>
            <a:r>
              <a:rPr lang="en-US" sz="2400" dirty="0"/>
              <a:t> </a:t>
            </a:r>
            <a:r>
              <a:rPr lang="en-US" sz="2400" dirty="0" err="1"/>
              <a:t>ricerca</a:t>
            </a:r>
            <a:r>
              <a:rPr lang="en-US" sz="2400" dirty="0"/>
              <a:t> </a:t>
            </a:r>
            <a:r>
              <a:rPr lang="en-US" sz="2400" dirty="0" err="1"/>
              <a:t>semantica</a:t>
            </a:r>
            <a:r>
              <a:rPr lang="en-US" sz="24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2400" dirty="0" err="1"/>
              <a:t>Memorizzazione</a:t>
            </a:r>
            <a:r>
              <a:rPr lang="en-US" sz="2400" dirty="0"/>
              <a:t> di </a:t>
            </a:r>
            <a:r>
              <a:rPr lang="en-US" sz="2400" dirty="0" err="1"/>
              <a:t>rappresentazioni</a:t>
            </a:r>
            <a:r>
              <a:rPr lang="en-US" sz="2400" dirty="0"/>
              <a:t> </a:t>
            </a:r>
            <a:r>
              <a:rPr lang="en-US" sz="2400" dirty="0" err="1"/>
              <a:t>vettoriali</a:t>
            </a:r>
            <a:r>
              <a:rPr lang="en-US" sz="2400" dirty="0"/>
              <a:t> (embedding) degli </a:t>
            </a:r>
            <a:r>
              <a:rPr lang="en-US" sz="2400" dirty="0" err="1"/>
              <a:t>oggetti</a:t>
            </a:r>
            <a:r>
              <a:rPr lang="en-US" sz="24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2400" dirty="0" err="1"/>
              <a:t>Confronto</a:t>
            </a:r>
            <a:r>
              <a:rPr lang="en-US" sz="2400" dirty="0"/>
              <a:t> </a:t>
            </a:r>
            <a:r>
              <a:rPr lang="en-US" sz="2400" dirty="0" err="1"/>
              <a:t>ibrido</a:t>
            </a:r>
            <a:r>
              <a:rPr lang="en-US" sz="2400" dirty="0"/>
              <a:t> </a:t>
            </a:r>
            <a:r>
              <a:rPr lang="en-US" sz="2400" dirty="0" err="1"/>
              <a:t>che</a:t>
            </a:r>
            <a:r>
              <a:rPr lang="en-US" sz="2400" dirty="0"/>
              <a:t> </a:t>
            </a:r>
            <a:r>
              <a:rPr lang="en-US" sz="2400" dirty="0" err="1"/>
              <a:t>sfrutta</a:t>
            </a:r>
            <a:r>
              <a:rPr lang="en-US" sz="2400" dirty="0"/>
              <a:t> </a:t>
            </a:r>
            <a:r>
              <a:rPr lang="en-US" sz="2400" dirty="0" err="1"/>
              <a:t>similarità</a:t>
            </a:r>
            <a:r>
              <a:rPr lang="en-US" sz="2400" dirty="0"/>
              <a:t> </a:t>
            </a:r>
            <a:r>
              <a:rPr lang="en-US" sz="2400" dirty="0" err="1"/>
              <a:t>sintattica</a:t>
            </a:r>
            <a:r>
              <a:rPr lang="en-US" sz="2400" dirty="0"/>
              <a:t> e </a:t>
            </a:r>
            <a:r>
              <a:rPr lang="en-US" sz="2400" dirty="0" err="1"/>
              <a:t>semantica</a:t>
            </a:r>
            <a:r>
              <a:rPr lang="en-US" sz="24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La </a:t>
            </a:r>
            <a:r>
              <a:rPr lang="en-US" sz="2400" dirty="0" err="1"/>
              <a:t>ricerca</a:t>
            </a:r>
            <a:r>
              <a:rPr lang="en-US" sz="2400" dirty="0"/>
              <a:t> è </a:t>
            </a:r>
            <a:r>
              <a:rPr lang="en-US" sz="2400" dirty="0" err="1"/>
              <a:t>fatta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nomi</a:t>
            </a:r>
            <a:r>
              <a:rPr lang="en-US" sz="2400" dirty="0"/>
              <a:t> e </a:t>
            </a:r>
            <a:r>
              <a:rPr lang="en-US" sz="2400" dirty="0" err="1"/>
              <a:t>sinonimi</a:t>
            </a:r>
            <a:r>
              <a:rPr lang="en-US" sz="2400" dirty="0"/>
              <a:t> </a:t>
            </a:r>
            <a:r>
              <a:rPr lang="en-US" sz="2400" dirty="0" err="1"/>
              <a:t>generati</a:t>
            </a:r>
            <a:r>
              <a:rPr lang="en-US" sz="2400" dirty="0"/>
              <a:t> dal </a:t>
            </a:r>
            <a:r>
              <a:rPr lang="en-US" sz="2400" dirty="0" err="1"/>
              <a:t>nodo</a:t>
            </a:r>
            <a:r>
              <a:rPr lang="en-US" sz="2400" dirty="0"/>
              <a:t> Semantic Search per </a:t>
            </a:r>
            <a:r>
              <a:rPr lang="en-US" sz="2400" dirty="0" err="1"/>
              <a:t>arricchire</a:t>
            </a:r>
            <a:r>
              <a:rPr lang="en-US" sz="2400" dirty="0"/>
              <a:t> il </a:t>
            </a:r>
            <a:r>
              <a:rPr lang="en-US" sz="2400" dirty="0" err="1"/>
              <a:t>contesto</a:t>
            </a:r>
            <a:endParaRPr lang="en-US" sz="2400" dirty="0"/>
          </a:p>
          <a:p>
            <a:pPr>
              <a:lnSpc>
                <a:spcPct val="110000"/>
              </a:lnSpc>
            </a:pPr>
            <a:r>
              <a:rPr lang="en-US" sz="2400" dirty="0" err="1"/>
              <a:t>Fornisce</a:t>
            </a:r>
            <a:r>
              <a:rPr lang="en-US" sz="2400" dirty="0"/>
              <a:t> </a:t>
            </a:r>
            <a:r>
              <a:rPr lang="en-US" sz="2400" dirty="0" err="1"/>
              <a:t>all'agente</a:t>
            </a:r>
            <a:r>
              <a:rPr lang="en-US" sz="2400" dirty="0"/>
              <a:t> Generator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valori</a:t>
            </a:r>
            <a:r>
              <a:rPr lang="en-US" sz="2400" dirty="0"/>
              <a:t> </a:t>
            </a:r>
            <a:r>
              <a:rPr lang="en-US" sz="2400" dirty="0" err="1"/>
              <a:t>esatti</a:t>
            </a:r>
            <a:r>
              <a:rPr lang="en-US" sz="2400" dirty="0"/>
              <a:t> da </a:t>
            </a:r>
            <a:r>
              <a:rPr lang="en-US" sz="2400" dirty="0" err="1"/>
              <a:t>utilizzare</a:t>
            </a:r>
            <a:r>
              <a:rPr lang="en-US" sz="2400" dirty="0"/>
              <a:t> </a:t>
            </a:r>
            <a:r>
              <a:rPr lang="en-US" sz="2400" dirty="0" err="1"/>
              <a:t>nelle</a:t>
            </a:r>
            <a:r>
              <a:rPr lang="en-US" sz="2400" dirty="0"/>
              <a:t> </a:t>
            </a:r>
            <a:r>
              <a:rPr lang="en-US" sz="2400" dirty="0" err="1"/>
              <a:t>clausole</a:t>
            </a:r>
            <a:r>
              <a:rPr lang="en-US" sz="2400" dirty="0"/>
              <a:t> WHERE delle query SQL</a:t>
            </a:r>
            <a:r>
              <a:rPr lang="en-US" sz="1600" dirty="0"/>
              <a:t>.</a:t>
            </a:r>
          </a:p>
        </p:txBody>
      </p:sp>
      <p:pic>
        <p:nvPicPr>
          <p:cNvPr id="7" name="Immagine 6" descr="Immagine che contiene testo, Carattere, schermata, cerchio&#10;&#10;Il contenuto generato dall'IA potrebbe non essere corretto.">
            <a:extLst>
              <a:ext uri="{FF2B5EF4-FFF2-40B4-BE49-F238E27FC236}">
                <a16:creationId xmlns:a16="http://schemas.microsoft.com/office/drawing/2014/main" id="{448C39D1-3D25-14F6-0F45-A122E4F27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020" y="2210935"/>
            <a:ext cx="4209730" cy="3493180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  <p:extLst>
      <p:ext uri="{BB962C8B-B14F-4D97-AF65-F5344CB8AC3E}">
        <p14:creationId xmlns:p14="http://schemas.microsoft.com/office/powerpoint/2010/main" val="3552694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8842E-2774-1758-8C9D-04796BFD1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96" y="4378961"/>
            <a:ext cx="3975018" cy="1737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dirty="0" err="1"/>
              <a:t>Interfaccia</a:t>
            </a:r>
            <a:r>
              <a:rPr lang="en-US" sz="2500" dirty="0"/>
              <a:t> </a:t>
            </a:r>
            <a:r>
              <a:rPr lang="en-US" sz="2500" dirty="0" err="1"/>
              <a:t>Utente</a:t>
            </a:r>
            <a:r>
              <a:rPr lang="en-US" sz="2500" dirty="0"/>
              <a:t> </a:t>
            </a:r>
          </a:p>
        </p:txBody>
      </p:sp>
      <p:pic>
        <p:nvPicPr>
          <p:cNvPr id="5" name="Immagine 4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EDE4F8BB-0AE1-AC64-3928-8FA589AFA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4" y="846677"/>
            <a:ext cx="10353761" cy="3183782"/>
          </a:xfrm>
          <a:prstGeom prst="rect">
            <a:avLst/>
          </a:prstGeom>
        </p:spPr>
      </p:pic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03BB147-58EB-2E2E-86A2-6A71B3613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0814" y="4571999"/>
            <a:ext cx="6886744" cy="173735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800" dirty="0" err="1"/>
              <a:t>Inserimento</a:t>
            </a:r>
            <a:r>
              <a:rPr lang="en-US" sz="1800" dirty="0"/>
              <a:t> </a:t>
            </a:r>
            <a:r>
              <a:rPr lang="en-US" sz="1800" dirty="0" err="1"/>
              <a:t>richieste</a:t>
            </a:r>
            <a:r>
              <a:rPr lang="en-US" sz="1800" dirty="0"/>
              <a:t> in </a:t>
            </a:r>
            <a:r>
              <a:rPr lang="en-US" sz="1800" dirty="0" err="1"/>
              <a:t>linguaggio</a:t>
            </a:r>
            <a:r>
              <a:rPr lang="en-US" sz="1800" dirty="0"/>
              <a:t> </a:t>
            </a:r>
            <a:r>
              <a:rPr lang="en-US" sz="1800" dirty="0" err="1"/>
              <a:t>naturale</a:t>
            </a:r>
            <a:r>
              <a:rPr lang="en-US" sz="1800" dirty="0"/>
              <a:t>. </a:t>
            </a:r>
          </a:p>
          <a:p>
            <a:r>
              <a:rPr lang="en-US" sz="1800" dirty="0" err="1"/>
              <a:t>Visualizzazione</a:t>
            </a:r>
            <a:r>
              <a:rPr lang="en-US" sz="1800" dirty="0"/>
              <a:t> del </a:t>
            </a:r>
            <a:r>
              <a:rPr lang="en-US" sz="1800" dirty="0" err="1"/>
              <a:t>codice</a:t>
            </a:r>
            <a:r>
              <a:rPr lang="en-US" sz="1800" dirty="0"/>
              <a:t> SQL </a:t>
            </a:r>
            <a:r>
              <a:rPr lang="en-US" sz="1800" dirty="0" err="1"/>
              <a:t>generato</a:t>
            </a:r>
            <a:r>
              <a:rPr lang="en-US" sz="1800" dirty="0"/>
              <a:t> e della </a:t>
            </a:r>
            <a:r>
              <a:rPr lang="en-US" sz="1800" dirty="0" err="1"/>
              <a:t>tabella</a:t>
            </a:r>
            <a:r>
              <a:rPr lang="en-US" sz="1800" dirty="0"/>
              <a:t> </a:t>
            </a:r>
            <a:r>
              <a:rPr lang="en-US" sz="1800" dirty="0" err="1"/>
              <a:t>risultati</a:t>
            </a:r>
            <a:r>
              <a:rPr lang="en-US" sz="1800" dirty="0"/>
              <a:t>. </a:t>
            </a:r>
          </a:p>
          <a:p>
            <a:r>
              <a:rPr lang="en-US" sz="1800" dirty="0" err="1"/>
              <a:t>Possibilità</a:t>
            </a:r>
            <a:r>
              <a:rPr lang="en-US" sz="1800" dirty="0"/>
              <a:t> di </a:t>
            </a:r>
            <a:r>
              <a:rPr lang="en-US" sz="1800" dirty="0" err="1"/>
              <a:t>scaricare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dati</a:t>
            </a:r>
            <a:r>
              <a:rPr lang="en-US" sz="1800" dirty="0"/>
              <a:t> in </a:t>
            </a:r>
            <a:r>
              <a:rPr lang="en-US" sz="1800" dirty="0" err="1"/>
              <a:t>formato</a:t>
            </a:r>
            <a:r>
              <a:rPr lang="en-US" sz="1800" dirty="0"/>
              <a:t> CSV. </a:t>
            </a:r>
          </a:p>
          <a:p>
            <a:r>
              <a:rPr lang="en-US" sz="1800" dirty="0" err="1"/>
              <a:t>Commento</a:t>
            </a:r>
            <a:r>
              <a:rPr lang="en-US" sz="1800" dirty="0"/>
              <a:t> </a:t>
            </a:r>
            <a:r>
              <a:rPr lang="en-US" sz="1800" dirty="0" err="1"/>
              <a:t>testuale</a:t>
            </a:r>
            <a:r>
              <a:rPr lang="en-US" sz="1800" dirty="0"/>
              <a:t> per </a:t>
            </a:r>
            <a:r>
              <a:rPr lang="en-US" sz="1800" dirty="0" err="1"/>
              <a:t>facilitare</a:t>
            </a:r>
            <a:r>
              <a:rPr lang="en-US" sz="1800" dirty="0"/>
              <a:t> </a:t>
            </a:r>
            <a:r>
              <a:rPr lang="en-US" sz="1800" dirty="0" err="1"/>
              <a:t>l'interpretazione</a:t>
            </a:r>
            <a:r>
              <a:rPr lang="en-US" sz="1800" dirty="0"/>
              <a:t> </a:t>
            </a:r>
            <a:r>
              <a:rPr lang="en-US" sz="1800" dirty="0" err="1"/>
              <a:t>dei</a:t>
            </a:r>
            <a:r>
              <a:rPr lang="en-US" sz="1800" dirty="0"/>
              <a:t> </a:t>
            </a:r>
            <a:r>
              <a:rPr lang="en-US" sz="1800" dirty="0" err="1"/>
              <a:t>dati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3505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6A063A-E311-2F6B-A1B4-5202C3D57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Conclusioni</a:t>
            </a:r>
            <a:r>
              <a:rPr lang="en-US" dirty="0"/>
              <a:t> e </a:t>
            </a:r>
            <a:r>
              <a:rPr lang="en-US" dirty="0" err="1"/>
              <a:t>Analisi</a:t>
            </a:r>
            <a:endParaRPr lang="en-US" dirty="0"/>
          </a:p>
        </p:txBody>
      </p:sp>
      <p:graphicFrame>
        <p:nvGraphicFramePr>
          <p:cNvPr id="5" name="Segnaposto testo 2">
            <a:extLst>
              <a:ext uri="{FF2B5EF4-FFF2-40B4-BE49-F238E27FC236}">
                <a16:creationId xmlns:a16="http://schemas.microsoft.com/office/drawing/2014/main" id="{9A2CA53B-0D93-FA52-A9E1-48314F31C5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9636781"/>
              </p:ext>
            </p:extLst>
          </p:nvPr>
        </p:nvGraphicFramePr>
        <p:xfrm>
          <a:off x="914400" y="2257654"/>
          <a:ext cx="10353675" cy="3303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67459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6">
            <a:extLst>
              <a:ext uri="{FF2B5EF4-FFF2-40B4-BE49-F238E27FC236}">
                <a16:creationId xmlns:a16="http://schemas.microsoft.com/office/drawing/2014/main" id="{46DBB1A9-22FF-46E7-97B9-AE547747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2AB7565-A60E-4251-F438-929E11B08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703" y="1289888"/>
            <a:ext cx="5854698" cy="42782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/>
              <a:t>Grazie per l’attenzione</a:t>
            </a:r>
          </a:p>
        </p:txBody>
      </p:sp>
      <p:cxnSp>
        <p:nvCxnSpPr>
          <p:cNvPr id="12" name="Straight Connector 8">
            <a:extLst>
              <a:ext uri="{FF2B5EF4-FFF2-40B4-BE49-F238E27FC236}">
                <a16:creationId xmlns:a16="http://schemas.microsoft.com/office/drawing/2014/main" id="{3A1AAD47-56AD-4EE6-A88C-981D060D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7811" y="2473325"/>
            <a:ext cx="0" cy="191135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49210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TM04033921[[fn=Damascato]]</Template>
  <TotalTime>802</TotalTime>
  <Words>604</Words>
  <Application>Microsoft Office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8" baseType="lpstr">
      <vt:lpstr>Arial</vt:lpstr>
      <vt:lpstr>Bookman Old Style</vt:lpstr>
      <vt:lpstr>Rockwell</vt:lpstr>
      <vt:lpstr>Damask</vt:lpstr>
      <vt:lpstr>eVTranslator: A Multi-Agent SQL Parser</vt:lpstr>
      <vt:lpstr>Obiettivi</vt:lpstr>
      <vt:lpstr>Sfide del Sistema proposto</vt:lpstr>
      <vt:lpstr>Dati: Contesto aziendale di eVision</vt:lpstr>
      <vt:lpstr>Stack Tecnologico</vt:lpstr>
      <vt:lpstr>Architettura e Workflow</vt:lpstr>
      <vt:lpstr>Stato Condiviso</vt:lpstr>
      <vt:lpstr>Agenti: Pre-processing e Ricerca</vt:lpstr>
      <vt:lpstr>Agenti: Generazione ed Esecuzione</vt:lpstr>
      <vt:lpstr>Gestione degli errori</vt:lpstr>
      <vt:lpstr>Database Vettoriale Weaviate</vt:lpstr>
      <vt:lpstr>Interfaccia Utente </vt:lpstr>
      <vt:lpstr>Conclusioni e Analisi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GIOVANNI TORRISI</dc:creator>
  <cp:lastModifiedBy>GIOVANNI TORRISI</cp:lastModifiedBy>
  <cp:revision>8</cp:revision>
  <dcterms:created xsi:type="dcterms:W3CDTF">2026-01-09T16:11:20Z</dcterms:created>
  <dcterms:modified xsi:type="dcterms:W3CDTF">2026-01-11T14:59:00Z</dcterms:modified>
</cp:coreProperties>
</file>